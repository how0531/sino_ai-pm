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1.xml" ContentType="application/vnd.openxmlformats-officedocument.presentationml.tag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5" r:id="rId2"/>
  </p:sldMasterIdLst>
  <p:notesMasterIdLst>
    <p:notesMasterId r:id="rId10"/>
  </p:notesMasterIdLst>
  <p:sldIdLst>
    <p:sldId id="2147482890" r:id="rId3"/>
    <p:sldId id="2147482900" r:id="rId4"/>
    <p:sldId id="2147482906" r:id="rId5"/>
    <p:sldId id="2147482907" r:id="rId6"/>
    <p:sldId id="261" r:id="rId7"/>
    <p:sldId id="2147482908" r:id="rId8"/>
    <p:sldId id="2147482905" r:id="rId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A360"/>
    <a:srgbClr val="C43826"/>
    <a:srgbClr val="0F1827"/>
    <a:srgbClr val="C6D9F1"/>
    <a:srgbClr val="B48C4C"/>
    <a:srgbClr val="647582"/>
    <a:srgbClr val="8CB0D4"/>
    <a:srgbClr val="0033CC"/>
    <a:srgbClr val="F2F2F2"/>
    <a:srgbClr val="E9F1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36F68F-DF47-43A1-B83C-047BC6B0B356}" v="18" dt="2026-07-10T08:19:12.368"/>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264" autoAdjust="0"/>
    <p:restoredTop sz="96076" autoAdjust="0"/>
  </p:normalViewPr>
  <p:slideViewPr>
    <p:cSldViewPr snapToGrid="0">
      <p:cViewPr>
        <p:scale>
          <a:sx n="75" d="100"/>
          <a:sy n="75" d="100"/>
        </p:scale>
        <p:origin x="691" y="22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文浩 郭" userId="6ccc17ab3add3069" providerId="LiveId" clId="{A16DFF17-4FF3-4109-A435-57F25017F4B7}"/>
    <pc:docChg chg="undo custSel addSld delSld modSld">
      <pc:chgData name="文浩 郭" userId="6ccc17ab3add3069" providerId="LiveId" clId="{A16DFF17-4FF3-4109-A435-57F25017F4B7}" dt="2026-07-10T08:23:34.541" v="1356" actId="20577"/>
      <pc:docMkLst>
        <pc:docMk/>
      </pc:docMkLst>
      <pc:sldChg chg="addSp delSp modSp mod">
        <pc:chgData name="文浩 郭" userId="6ccc17ab3add3069" providerId="LiveId" clId="{A16DFF17-4FF3-4109-A435-57F25017F4B7}" dt="2026-07-10T07:41:56.263" v="1235" actId="1076"/>
        <pc:sldMkLst>
          <pc:docMk/>
          <pc:sldMk cId="0" sldId="261"/>
        </pc:sldMkLst>
        <pc:picChg chg="add del mod modCrop">
          <ac:chgData name="文浩 郭" userId="6ccc17ab3add3069" providerId="LiveId" clId="{A16DFF17-4FF3-4109-A435-57F25017F4B7}" dt="2026-07-10T07:41:30.989" v="1224" actId="478"/>
          <ac:picMkLst>
            <pc:docMk/>
            <pc:sldMk cId="0" sldId="261"/>
            <ac:picMk id="3" creationId="{6C90DEC4-5E33-D216-A5C0-DEA234C4585D}"/>
          </ac:picMkLst>
        </pc:picChg>
        <pc:picChg chg="add mod modCrop">
          <ac:chgData name="文浩 郭" userId="6ccc17ab3add3069" providerId="LiveId" clId="{A16DFF17-4FF3-4109-A435-57F25017F4B7}" dt="2026-07-10T07:41:56.263" v="1235" actId="1076"/>
          <ac:picMkLst>
            <pc:docMk/>
            <pc:sldMk cId="0" sldId="261"/>
            <ac:picMk id="4" creationId="{A5138597-CC39-3990-525C-B741A4109C5C}"/>
          </ac:picMkLst>
        </pc:picChg>
        <pc:picChg chg="del">
          <ac:chgData name="文浩 郭" userId="6ccc17ab3add3069" providerId="LiveId" clId="{A16DFF17-4FF3-4109-A435-57F25017F4B7}" dt="2026-07-10T06:25:25.216" v="997" actId="478"/>
          <ac:picMkLst>
            <pc:docMk/>
            <pc:sldMk cId="0" sldId="261"/>
            <ac:picMk id="77" creationId="{00000000-0000-0000-0000-000000000000}"/>
          </ac:picMkLst>
        </pc:picChg>
      </pc:sldChg>
      <pc:sldChg chg="modSp mod">
        <pc:chgData name="文浩 郭" userId="6ccc17ab3add3069" providerId="LiveId" clId="{A16DFF17-4FF3-4109-A435-57F25017F4B7}" dt="2026-07-10T05:22:54.331" v="3" actId="20577"/>
        <pc:sldMkLst>
          <pc:docMk/>
          <pc:sldMk cId="1577518392" sldId="2147482890"/>
        </pc:sldMkLst>
        <pc:spChg chg="mod">
          <ac:chgData name="文浩 郭" userId="6ccc17ab3add3069" providerId="LiveId" clId="{A16DFF17-4FF3-4109-A435-57F25017F4B7}" dt="2026-07-10T05:22:54.331" v="3" actId="20577"/>
          <ac:spMkLst>
            <pc:docMk/>
            <pc:sldMk cId="1577518392" sldId="2147482890"/>
            <ac:spMk id="2" creationId="{60E1690E-F553-7D05-B880-0F46C2604996}"/>
          </ac:spMkLst>
        </pc:spChg>
        <pc:spChg chg="mod">
          <ac:chgData name="文浩 郭" userId="6ccc17ab3add3069" providerId="LiveId" clId="{A16DFF17-4FF3-4109-A435-57F25017F4B7}" dt="2026-07-10T05:22:51.496" v="2" actId="14100"/>
          <ac:spMkLst>
            <pc:docMk/>
            <pc:sldMk cId="1577518392" sldId="2147482890"/>
            <ac:spMk id="3" creationId="{F3948507-9718-A0E5-90E5-386583EB69A6}"/>
          </ac:spMkLst>
        </pc:spChg>
      </pc:sldChg>
      <pc:sldChg chg="addSp delSp modSp mod">
        <pc:chgData name="文浩 郭" userId="6ccc17ab3add3069" providerId="LiveId" clId="{A16DFF17-4FF3-4109-A435-57F25017F4B7}" dt="2026-07-10T08:22:10.503" v="1325" actId="14100"/>
        <pc:sldMkLst>
          <pc:docMk/>
          <pc:sldMk cId="0" sldId="2147482900"/>
        </pc:sldMkLst>
        <pc:spChg chg="add mod">
          <ac:chgData name="文浩 郭" userId="6ccc17ab3add3069" providerId="LiveId" clId="{A16DFF17-4FF3-4109-A435-57F25017F4B7}" dt="2026-07-10T05:40:45.273" v="831" actId="1076"/>
          <ac:spMkLst>
            <pc:docMk/>
            <pc:sldMk cId="0" sldId="2147482900"/>
            <ac:spMk id="3" creationId="{86E442D5-CD6E-6DD2-F1F8-5474C280A7C9}"/>
          </ac:spMkLst>
        </pc:spChg>
        <pc:spChg chg="mod">
          <ac:chgData name="文浩 郭" userId="6ccc17ab3add3069" providerId="LiveId" clId="{A16DFF17-4FF3-4109-A435-57F25017F4B7}" dt="2026-07-10T05:40:45.273" v="831" actId="1076"/>
          <ac:spMkLst>
            <pc:docMk/>
            <pc:sldMk cId="0" sldId="2147482900"/>
            <ac:spMk id="4" creationId="{361EB62E-984A-3DF3-8A3D-65088788322C}"/>
          </ac:spMkLst>
        </pc:spChg>
        <pc:spChg chg="add del mod">
          <ac:chgData name="文浩 郭" userId="6ccc17ab3add3069" providerId="LiveId" clId="{A16DFF17-4FF3-4109-A435-57F25017F4B7}" dt="2026-07-10T05:38:04.374" v="738" actId="478"/>
          <ac:spMkLst>
            <pc:docMk/>
            <pc:sldMk cId="0" sldId="2147482900"/>
            <ac:spMk id="5" creationId="{F08B0718-708D-F028-1E0B-7DEE9DABCDE8}"/>
          </ac:spMkLst>
        </pc:spChg>
        <pc:spChg chg="mod">
          <ac:chgData name="文浩 郭" userId="6ccc17ab3add3069" providerId="LiveId" clId="{A16DFF17-4FF3-4109-A435-57F25017F4B7}" dt="2026-07-10T05:47:26.893" v="977" actId="20577"/>
          <ac:spMkLst>
            <pc:docMk/>
            <pc:sldMk cId="0" sldId="2147482900"/>
            <ac:spMk id="8" creationId="{A2256F3E-78CC-D43C-9D54-C9677A2BA704}"/>
          </ac:spMkLst>
        </pc:spChg>
        <pc:spChg chg="del mod">
          <ac:chgData name="文浩 郭" userId="6ccc17ab3add3069" providerId="LiveId" clId="{A16DFF17-4FF3-4109-A435-57F25017F4B7}" dt="2026-07-10T05:38:07.345" v="740" actId="478"/>
          <ac:spMkLst>
            <pc:docMk/>
            <pc:sldMk cId="0" sldId="2147482900"/>
            <ac:spMk id="9" creationId="{3B34A4BD-52D2-D49A-0D66-E25DAC8B1DEB}"/>
          </ac:spMkLst>
        </pc:spChg>
        <pc:spChg chg="mod">
          <ac:chgData name="文浩 郭" userId="6ccc17ab3add3069" providerId="LiveId" clId="{A16DFF17-4FF3-4109-A435-57F25017F4B7}" dt="2026-07-10T05:40:45.273" v="831" actId="1076"/>
          <ac:spMkLst>
            <pc:docMk/>
            <pc:sldMk cId="0" sldId="2147482900"/>
            <ac:spMk id="11" creationId="{39D02D02-2C27-2ECD-E196-3D9C10E71E95}"/>
          </ac:spMkLst>
        </pc:spChg>
        <pc:spChg chg="del mod">
          <ac:chgData name="文浩 郭" userId="6ccc17ab3add3069" providerId="LiveId" clId="{A16DFF17-4FF3-4109-A435-57F25017F4B7}" dt="2026-07-10T05:38:02.400" v="737" actId="478"/>
          <ac:spMkLst>
            <pc:docMk/>
            <pc:sldMk cId="0" sldId="2147482900"/>
            <ac:spMk id="12" creationId="{CF04CEAE-2150-A06B-C300-A0BD41371A23}"/>
          </ac:spMkLst>
        </pc:spChg>
        <pc:spChg chg="del mod">
          <ac:chgData name="文浩 郭" userId="6ccc17ab3add3069" providerId="LiveId" clId="{A16DFF17-4FF3-4109-A435-57F25017F4B7}" dt="2026-07-10T05:38:05.875" v="739" actId="478"/>
          <ac:spMkLst>
            <pc:docMk/>
            <pc:sldMk cId="0" sldId="2147482900"/>
            <ac:spMk id="13" creationId="{24A68DE1-626E-23E9-9FEF-69704EFA22FB}"/>
          </ac:spMkLst>
        </pc:spChg>
        <pc:spChg chg="add mod">
          <ac:chgData name="文浩 郭" userId="6ccc17ab3add3069" providerId="LiveId" clId="{A16DFF17-4FF3-4109-A435-57F25017F4B7}" dt="2026-07-10T08:22:06.054" v="1323" actId="14100"/>
          <ac:spMkLst>
            <pc:docMk/>
            <pc:sldMk cId="0" sldId="2147482900"/>
            <ac:spMk id="16" creationId="{FA83FE7E-2E4F-534A-CAA9-65871A1D13E9}"/>
          </ac:spMkLst>
        </pc:spChg>
        <pc:spChg chg="add mod">
          <ac:chgData name="文浩 郭" userId="6ccc17ab3add3069" providerId="LiveId" clId="{A16DFF17-4FF3-4109-A435-57F25017F4B7}" dt="2026-07-10T07:37:37.071" v="1027" actId="1076"/>
          <ac:spMkLst>
            <pc:docMk/>
            <pc:sldMk cId="0" sldId="2147482900"/>
            <ac:spMk id="18" creationId="{0AC1F3C6-83DB-17B9-0101-477EBBA98FDE}"/>
          </ac:spMkLst>
        </pc:spChg>
        <pc:spChg chg="add mod">
          <ac:chgData name="文浩 郭" userId="6ccc17ab3add3069" providerId="LiveId" clId="{A16DFF17-4FF3-4109-A435-57F25017F4B7}" dt="2026-07-10T08:22:10.503" v="1325" actId="14100"/>
          <ac:spMkLst>
            <pc:docMk/>
            <pc:sldMk cId="0" sldId="2147482900"/>
            <ac:spMk id="20" creationId="{D5599C20-50DF-7D9F-4068-F0799538999F}"/>
          </ac:spMkLst>
        </pc:spChg>
        <pc:spChg chg="mod">
          <ac:chgData name="文浩 郭" userId="6ccc17ab3add3069" providerId="LiveId" clId="{A16DFF17-4FF3-4109-A435-57F25017F4B7}" dt="2026-07-10T05:44:41.277" v="848" actId="1076"/>
          <ac:spMkLst>
            <pc:docMk/>
            <pc:sldMk cId="0" sldId="2147482900"/>
            <ac:spMk id="38" creationId="{00000000-0000-0000-0000-000000000000}"/>
          </ac:spMkLst>
        </pc:spChg>
        <pc:grpChg chg="add del mod">
          <ac:chgData name="文浩 郭" userId="6ccc17ab3add3069" providerId="LiveId" clId="{A16DFF17-4FF3-4109-A435-57F25017F4B7}" dt="2026-07-10T05:38:05.875" v="739" actId="478"/>
          <ac:grpSpMkLst>
            <pc:docMk/>
            <pc:sldMk cId="0" sldId="2147482900"/>
            <ac:grpSpMk id="2" creationId="{546B92D7-3924-6616-4105-A67097323C6E}"/>
          </ac:grpSpMkLst>
        </pc:grpChg>
        <pc:grpChg chg="add del mod">
          <ac:chgData name="文浩 郭" userId="6ccc17ab3add3069" providerId="LiveId" clId="{A16DFF17-4FF3-4109-A435-57F25017F4B7}" dt="2026-07-10T05:38:04.374" v="738" actId="478"/>
          <ac:grpSpMkLst>
            <pc:docMk/>
            <pc:sldMk cId="0" sldId="2147482900"/>
            <ac:grpSpMk id="6" creationId="{53651885-0DC6-D50A-2138-94CA4A4C5778}"/>
          </ac:grpSpMkLst>
        </pc:grpChg>
        <pc:grpChg chg="add del mod">
          <ac:chgData name="文浩 郭" userId="6ccc17ab3add3069" providerId="LiveId" clId="{A16DFF17-4FF3-4109-A435-57F25017F4B7}" dt="2026-07-10T05:38:07.345" v="740" actId="478"/>
          <ac:grpSpMkLst>
            <pc:docMk/>
            <pc:sldMk cId="0" sldId="2147482900"/>
            <ac:grpSpMk id="7" creationId="{CBE46271-0594-76D1-4E81-3A0FD2E05153}"/>
          </ac:grpSpMkLst>
        </pc:grpChg>
        <pc:grpChg chg="add del mod">
          <ac:chgData name="文浩 郭" userId="6ccc17ab3add3069" providerId="LiveId" clId="{A16DFF17-4FF3-4109-A435-57F25017F4B7}" dt="2026-07-10T05:38:02.400" v="737" actId="478"/>
          <ac:grpSpMkLst>
            <pc:docMk/>
            <pc:sldMk cId="0" sldId="2147482900"/>
            <ac:grpSpMk id="10" creationId="{5DD7B09D-9047-5581-6312-65853C6F837B}"/>
          </ac:grpSpMkLst>
        </pc:grpChg>
        <pc:grpChg chg="add mod">
          <ac:chgData name="文浩 郭" userId="6ccc17ab3add3069" providerId="LiveId" clId="{A16DFF17-4FF3-4109-A435-57F25017F4B7}" dt="2026-07-10T05:44:44.251" v="849" actId="164"/>
          <ac:grpSpMkLst>
            <pc:docMk/>
            <pc:sldMk cId="0" sldId="2147482900"/>
            <ac:grpSpMk id="14" creationId="{C768EC03-F389-5566-CE8D-89B013CEE115}"/>
          </ac:grpSpMkLst>
        </pc:grpChg>
        <pc:grpChg chg="add mod">
          <ac:chgData name="文浩 郭" userId="6ccc17ab3add3069" providerId="LiveId" clId="{A16DFF17-4FF3-4109-A435-57F25017F4B7}" dt="2026-07-10T05:44:47.776" v="851" actId="1076"/>
          <ac:grpSpMkLst>
            <pc:docMk/>
            <pc:sldMk cId="0" sldId="2147482900"/>
            <ac:grpSpMk id="21" creationId="{0EC9D0CB-CA43-4B1B-9780-80C31B60EC25}"/>
          </ac:grpSpMkLst>
        </pc:grpChg>
        <pc:grpChg chg="add mod">
          <ac:chgData name="文浩 郭" userId="6ccc17ab3add3069" providerId="LiveId" clId="{A16DFF17-4FF3-4109-A435-57F25017F4B7}" dt="2026-07-10T05:44:45.441" v="850" actId="164"/>
          <ac:grpSpMkLst>
            <pc:docMk/>
            <pc:sldMk cId="0" sldId="2147482900"/>
            <ac:grpSpMk id="22" creationId="{0CCA031C-2E5A-029F-800F-982F82331F2F}"/>
          </ac:grpSpMkLst>
        </pc:grpChg>
      </pc:sldChg>
      <pc:sldChg chg="modSp del mod">
        <pc:chgData name="文浩 郭" userId="6ccc17ab3add3069" providerId="LiveId" clId="{A16DFF17-4FF3-4109-A435-57F25017F4B7}" dt="2026-07-10T07:38:49.336" v="1029" actId="47"/>
        <pc:sldMkLst>
          <pc:docMk/>
          <pc:sldMk cId="0" sldId="2147482901"/>
        </pc:sldMkLst>
        <pc:spChg chg="mod">
          <ac:chgData name="文浩 郭" userId="6ccc17ab3add3069" providerId="LiveId" clId="{A16DFF17-4FF3-4109-A435-57F25017F4B7}" dt="2026-07-10T05:49:27.201" v="987" actId="208"/>
          <ac:spMkLst>
            <pc:docMk/>
            <pc:sldMk cId="0" sldId="2147482901"/>
            <ac:spMk id="47" creationId="{00000000-0000-0000-0000-000000000000}"/>
          </ac:spMkLst>
        </pc:spChg>
        <pc:spChg chg="mod">
          <ac:chgData name="文浩 郭" userId="6ccc17ab3add3069" providerId="LiveId" clId="{A16DFF17-4FF3-4109-A435-57F25017F4B7}" dt="2026-07-10T05:50:04.047" v="995" actId="403"/>
          <ac:spMkLst>
            <pc:docMk/>
            <pc:sldMk cId="0" sldId="2147482901"/>
            <ac:spMk id="48" creationId="{00000000-0000-0000-0000-000000000000}"/>
          </ac:spMkLst>
        </pc:spChg>
        <pc:spChg chg="mod">
          <ac:chgData name="文浩 郭" userId="6ccc17ab3add3069" providerId="LiveId" clId="{A16DFF17-4FF3-4109-A435-57F25017F4B7}" dt="2026-07-10T05:49:55.609" v="992" actId="208"/>
          <ac:spMkLst>
            <pc:docMk/>
            <pc:sldMk cId="0" sldId="2147482901"/>
            <ac:spMk id="50" creationId="{00000000-0000-0000-0000-000000000000}"/>
          </ac:spMkLst>
        </pc:spChg>
        <pc:spChg chg="mod">
          <ac:chgData name="文浩 郭" userId="6ccc17ab3add3069" providerId="LiveId" clId="{A16DFF17-4FF3-4109-A435-57F25017F4B7}" dt="2026-07-10T05:50:04.047" v="995" actId="403"/>
          <ac:spMkLst>
            <pc:docMk/>
            <pc:sldMk cId="0" sldId="2147482901"/>
            <ac:spMk id="51" creationId="{00000000-0000-0000-0000-000000000000}"/>
          </ac:spMkLst>
        </pc:spChg>
        <pc:spChg chg="mod">
          <ac:chgData name="文浩 郭" userId="6ccc17ab3add3069" providerId="LiveId" clId="{A16DFF17-4FF3-4109-A435-57F25017F4B7}" dt="2026-07-10T05:49:02.939" v="981" actId="208"/>
          <ac:spMkLst>
            <pc:docMk/>
            <pc:sldMk cId="0" sldId="2147482901"/>
            <ac:spMk id="53" creationId="{00000000-0000-0000-0000-000000000000}"/>
          </ac:spMkLst>
        </pc:spChg>
        <pc:spChg chg="mod">
          <ac:chgData name="文浩 郭" userId="6ccc17ab3add3069" providerId="LiveId" clId="{A16DFF17-4FF3-4109-A435-57F25017F4B7}" dt="2026-07-10T05:50:04.047" v="995" actId="403"/>
          <ac:spMkLst>
            <pc:docMk/>
            <pc:sldMk cId="0" sldId="2147482901"/>
            <ac:spMk id="54" creationId="{00000000-0000-0000-0000-000000000000}"/>
          </ac:spMkLst>
        </pc:spChg>
      </pc:sldChg>
      <pc:sldChg chg="modSp del mod">
        <pc:chgData name="文浩 郭" userId="6ccc17ab3add3069" providerId="LiveId" clId="{A16DFF17-4FF3-4109-A435-57F25017F4B7}" dt="2026-07-10T08:18:53.017" v="1238" actId="47"/>
        <pc:sldMkLst>
          <pc:docMk/>
          <pc:sldMk cId="0" sldId="2147482903"/>
        </pc:sldMkLst>
        <pc:spChg chg="mod">
          <ac:chgData name="文浩 郭" userId="6ccc17ab3add3069" providerId="LiveId" clId="{A16DFF17-4FF3-4109-A435-57F25017F4B7}" dt="2026-07-10T06:58:53.678" v="1020" actId="20577"/>
          <ac:spMkLst>
            <pc:docMk/>
            <pc:sldMk cId="0" sldId="2147482903"/>
            <ac:spMk id="69" creationId="{00000000-0000-0000-0000-000000000000}"/>
          </ac:spMkLst>
        </pc:spChg>
      </pc:sldChg>
      <pc:sldChg chg="del">
        <pc:chgData name="文浩 郭" userId="6ccc17ab3add3069" providerId="LiveId" clId="{A16DFF17-4FF3-4109-A435-57F25017F4B7}" dt="2026-07-10T08:19:14.762" v="1240" actId="47"/>
        <pc:sldMkLst>
          <pc:docMk/>
          <pc:sldMk cId="0" sldId="2147482904"/>
        </pc:sldMkLst>
      </pc:sldChg>
      <pc:sldChg chg="modSp mod">
        <pc:chgData name="文浩 郭" userId="6ccc17ab3add3069" providerId="LiveId" clId="{A16DFF17-4FF3-4109-A435-57F25017F4B7}" dt="2026-07-10T06:20:45.649" v="996" actId="1035"/>
        <pc:sldMkLst>
          <pc:docMk/>
          <pc:sldMk cId="0" sldId="2147482905"/>
        </pc:sldMkLst>
        <pc:picChg chg="mod">
          <ac:chgData name="文浩 郭" userId="6ccc17ab3add3069" providerId="LiveId" clId="{A16DFF17-4FF3-4109-A435-57F25017F4B7}" dt="2026-07-10T06:20:45.649" v="996" actId="1035"/>
          <ac:picMkLst>
            <pc:docMk/>
            <pc:sldMk cId="0" sldId="2147482905"/>
            <ac:picMk id="95" creationId="{00000000-0000-0000-0000-000000000000}"/>
          </ac:picMkLst>
        </pc:picChg>
      </pc:sldChg>
      <pc:sldChg chg="addSp delSp modSp add mod">
        <pc:chgData name="文浩 郭" userId="6ccc17ab3add3069" providerId="LiveId" clId="{A16DFF17-4FF3-4109-A435-57F25017F4B7}" dt="2026-07-10T08:21:57.770" v="1321" actId="478"/>
        <pc:sldMkLst>
          <pc:docMk/>
          <pc:sldMk cId="0" sldId="2147482906"/>
        </pc:sldMkLst>
        <pc:spChg chg="mod">
          <ac:chgData name="文浩 郭" userId="6ccc17ab3add3069" providerId="LiveId" clId="{A16DFF17-4FF3-4109-A435-57F25017F4B7}" dt="2026-07-10T07:41:14.093" v="1223" actId="20577"/>
          <ac:spMkLst>
            <pc:docMk/>
            <pc:sldMk cId="0" sldId="2147482906"/>
            <ac:spMk id="46" creationId="{00000000-0000-0000-0000-000000000000}"/>
          </ac:spMkLst>
        </pc:spChg>
        <pc:spChg chg="mod">
          <ac:chgData name="文浩 郭" userId="6ccc17ab3add3069" providerId="LiveId" clId="{A16DFF17-4FF3-4109-A435-57F25017F4B7}" dt="2026-07-10T08:21:43.369" v="1320" actId="208"/>
          <ac:spMkLst>
            <pc:docMk/>
            <pc:sldMk cId="0" sldId="2147482906"/>
            <ac:spMk id="47" creationId="{00000000-0000-0000-0000-000000000000}"/>
          </ac:spMkLst>
        </pc:spChg>
        <pc:spChg chg="mod">
          <ac:chgData name="文浩 郭" userId="6ccc17ab3add3069" providerId="LiveId" clId="{A16DFF17-4FF3-4109-A435-57F25017F4B7}" dt="2026-07-10T08:21:39.108" v="1319" actId="207"/>
          <ac:spMkLst>
            <pc:docMk/>
            <pc:sldMk cId="0" sldId="2147482906"/>
            <ac:spMk id="48" creationId="{00000000-0000-0000-0000-000000000000}"/>
          </ac:spMkLst>
        </pc:spChg>
        <pc:spChg chg="mod">
          <ac:chgData name="文浩 郭" userId="6ccc17ab3add3069" providerId="LiveId" clId="{A16DFF17-4FF3-4109-A435-57F25017F4B7}" dt="2026-07-10T07:40:12.959" v="1164" actId="20577"/>
          <ac:spMkLst>
            <pc:docMk/>
            <pc:sldMk cId="0" sldId="2147482906"/>
            <ac:spMk id="49" creationId="{00000000-0000-0000-0000-000000000000}"/>
          </ac:spMkLst>
        </pc:spChg>
        <pc:spChg chg="mod">
          <ac:chgData name="文浩 郭" userId="6ccc17ab3add3069" providerId="LiveId" clId="{A16DFF17-4FF3-4109-A435-57F25017F4B7}" dt="2026-07-10T07:41:04.976" v="1222" actId="6549"/>
          <ac:spMkLst>
            <pc:docMk/>
            <pc:sldMk cId="0" sldId="2147482906"/>
            <ac:spMk id="52" creationId="{00000000-0000-0000-0000-000000000000}"/>
          </ac:spMkLst>
        </pc:spChg>
        <pc:spChg chg="mod">
          <ac:chgData name="文浩 郭" userId="6ccc17ab3add3069" providerId="LiveId" clId="{A16DFF17-4FF3-4109-A435-57F25017F4B7}" dt="2026-07-10T08:21:34.869" v="1318" actId="208"/>
          <ac:spMkLst>
            <pc:docMk/>
            <pc:sldMk cId="0" sldId="2147482906"/>
            <ac:spMk id="53" creationId="{00000000-0000-0000-0000-000000000000}"/>
          </ac:spMkLst>
        </pc:spChg>
        <pc:spChg chg="mod">
          <ac:chgData name="文浩 郭" userId="6ccc17ab3add3069" providerId="LiveId" clId="{A16DFF17-4FF3-4109-A435-57F25017F4B7}" dt="2026-07-10T08:21:29.108" v="1317" actId="207"/>
          <ac:spMkLst>
            <pc:docMk/>
            <pc:sldMk cId="0" sldId="2147482906"/>
            <ac:spMk id="54" creationId="{00000000-0000-0000-0000-000000000000}"/>
          </ac:spMkLst>
        </pc:spChg>
        <pc:spChg chg="mod">
          <ac:chgData name="文浩 郭" userId="6ccc17ab3add3069" providerId="LiveId" clId="{A16DFF17-4FF3-4109-A435-57F25017F4B7}" dt="2026-07-10T08:18:38.277" v="1236"/>
          <ac:spMkLst>
            <pc:docMk/>
            <pc:sldMk cId="0" sldId="2147482906"/>
            <ac:spMk id="55" creationId="{00000000-0000-0000-0000-000000000000}"/>
          </ac:spMkLst>
        </pc:spChg>
        <pc:picChg chg="add del">
          <ac:chgData name="文浩 郭" userId="6ccc17ab3add3069" providerId="LiveId" clId="{A16DFF17-4FF3-4109-A435-57F25017F4B7}" dt="2026-07-10T08:21:57.770" v="1321" actId="478"/>
          <ac:picMkLst>
            <pc:docMk/>
            <pc:sldMk cId="0" sldId="2147482906"/>
            <ac:picMk id="3" creationId="{721CD059-9CD7-3348-9335-9FCA435D4F47}"/>
          </ac:picMkLst>
        </pc:picChg>
      </pc:sldChg>
      <pc:sldChg chg="addSp delSp modSp add mod">
        <pc:chgData name="文浩 郭" userId="6ccc17ab3add3069" providerId="LiveId" clId="{A16DFF17-4FF3-4109-A435-57F25017F4B7}" dt="2026-07-10T08:21:21.502" v="1315" actId="21"/>
        <pc:sldMkLst>
          <pc:docMk/>
          <pc:sldMk cId="0" sldId="2147482907"/>
        </pc:sldMkLst>
        <pc:spChg chg="mod">
          <ac:chgData name="文浩 郭" userId="6ccc17ab3add3069" providerId="LiveId" clId="{A16DFF17-4FF3-4109-A435-57F25017F4B7}" dt="2026-07-10T08:21:13.835" v="1314" actId="207"/>
          <ac:spMkLst>
            <pc:docMk/>
            <pc:sldMk cId="0" sldId="2147482907"/>
            <ac:spMk id="6" creationId="{DE799AA1-389D-9CF3-1660-129B50C70817}"/>
          </ac:spMkLst>
        </pc:spChg>
        <pc:spChg chg="mod">
          <ac:chgData name="文浩 郭" userId="6ccc17ab3add3069" providerId="LiveId" clId="{A16DFF17-4FF3-4109-A435-57F25017F4B7}" dt="2026-07-10T08:19:50.815" v="1249" actId="108"/>
          <ac:spMkLst>
            <pc:docMk/>
            <pc:sldMk cId="0" sldId="2147482907"/>
            <ac:spMk id="7" creationId="{7C1EAB8D-5060-CFF2-DC40-CC447D8CA772}"/>
          </ac:spMkLst>
        </pc:spChg>
        <pc:picChg chg="add del mod">
          <ac:chgData name="文浩 郭" userId="6ccc17ab3add3069" providerId="LiveId" clId="{A16DFF17-4FF3-4109-A435-57F25017F4B7}" dt="2026-07-10T08:21:21.502" v="1315" actId="21"/>
          <ac:picMkLst>
            <pc:docMk/>
            <pc:sldMk cId="0" sldId="2147482907"/>
            <ac:picMk id="3" creationId="{4579A466-9F69-5C81-0250-EA6BE3A0BB08}"/>
          </ac:picMkLst>
        </pc:picChg>
      </pc:sldChg>
      <pc:sldChg chg="modSp add mod">
        <pc:chgData name="文浩 郭" userId="6ccc17ab3add3069" providerId="LiveId" clId="{A16DFF17-4FF3-4109-A435-57F25017F4B7}" dt="2026-07-10T08:23:34.541" v="1356" actId="20577"/>
        <pc:sldMkLst>
          <pc:docMk/>
          <pc:sldMk cId="0" sldId="2147482908"/>
        </pc:sldMkLst>
        <pc:graphicFrameChg chg="modGraphic">
          <ac:chgData name="文浩 郭" userId="6ccc17ab3add3069" providerId="LiveId" clId="{A16DFF17-4FF3-4109-A435-57F25017F4B7}" dt="2026-07-10T08:23:34.541" v="1356" actId="20577"/>
          <ac:graphicFrameMkLst>
            <pc:docMk/>
            <pc:sldMk cId="0" sldId="2147482908"/>
            <ac:graphicFrameMk id="2" creationId="{3E0355A8-9D93-E87D-80AD-AF4B413A3B53}"/>
          </ac:graphicFrameMkLst>
        </pc:graphicFrameChg>
      </pc:sldChg>
    </pc:docChg>
  </pc:docChgLst>
  <pc:docChgLst>
    <pc:chgData name="郭文浩-數位經營部-永豐金證券" userId="274e1ecc-273d-4e1f-a4ac-0f2f0565666d" providerId="ADAL" clId="{40D049B3-D0A6-43DB-8827-ED15BABCAA6A}"/>
    <pc:docChg chg="custSel modSld">
      <pc:chgData name="郭文浩-數位經營部-永豐金證券" userId="274e1ecc-273d-4e1f-a4ac-0f2f0565666d" providerId="ADAL" clId="{40D049B3-D0A6-43DB-8827-ED15BABCAA6A}" dt="2026-07-09T09:31:34.404" v="5" actId="478"/>
      <pc:docMkLst>
        <pc:docMk/>
      </pc:docMkLst>
      <pc:sldChg chg="addSp delSp modSp mod">
        <pc:chgData name="郭文浩-數位經營部-永豐金證券" userId="274e1ecc-273d-4e1f-a4ac-0f2f0565666d" providerId="ADAL" clId="{40D049B3-D0A6-43DB-8827-ED15BABCAA6A}" dt="2026-07-09T09:31:34.404" v="5" actId="478"/>
        <pc:sldMkLst>
          <pc:docMk/>
          <pc:sldMk cId="0" sldId="261"/>
        </pc:sldMkLst>
        <pc:picChg chg="del">
          <ac:chgData name="郭文浩-數位經營部-永豐金證券" userId="274e1ecc-273d-4e1f-a4ac-0f2f0565666d" providerId="ADAL" clId="{40D049B3-D0A6-43DB-8827-ED15BABCAA6A}" dt="2026-07-09T09:29:59.440" v="0" actId="478"/>
          <ac:picMkLst>
            <pc:docMk/>
            <pc:sldMk cId="0" sldId="261"/>
            <ac:picMk id="7" creationId="{B3831D22-A1CF-4098-F2EC-EFCBA42BC858}"/>
          </ac:picMkLst>
        </pc:picChg>
        <pc:picChg chg="add del mod">
          <ac:chgData name="郭文浩-數位經營部-永豐金證券" userId="274e1ecc-273d-4e1f-a4ac-0f2f0565666d" providerId="ADAL" clId="{40D049B3-D0A6-43DB-8827-ED15BABCAA6A}" dt="2026-07-09T09:31:34.404" v="5" actId="478"/>
          <ac:picMkLst>
            <pc:docMk/>
            <pc:sldMk cId="0" sldId="261"/>
            <ac:picMk id="9" creationId="{0044546F-AB75-7120-8DD8-C099F6B13DA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A1B36-CF89-4CE4-A8DF-FD84EF87482D}" type="datetimeFigureOut">
              <a:rPr lang="zh-TW" altLang="en-US" smtClean="0"/>
              <a:t>2026/7/10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E731EA-1D42-4FED-8EFB-5C1C4CB5B9F4}" type="slidenum">
              <a:rPr lang="zh-TW" altLang="en-US" smtClean="0"/>
              <a:t>‹#›</a:t>
            </a:fld>
            <a:endParaRPr lang="zh-TW" altLang="en-US"/>
          </a:p>
        </p:txBody>
      </p:sp>
    </p:spTree>
    <p:extLst>
      <p:ext uri="{BB962C8B-B14F-4D97-AF65-F5344CB8AC3E}">
        <p14:creationId xmlns:p14="http://schemas.microsoft.com/office/powerpoint/2010/main" val="670772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p5:notes"/>
          <p:cNvSpPr txBox="1">
            <a:spLocks noGrp="1"/>
          </p:cNvSpPr>
          <p:nvPr>
            <p:ph type="body" idx="1"/>
          </p:nvPr>
        </p:nvSpPr>
        <p:spPr>
          <a:xfrm>
            <a:off x="679768" y="4777194"/>
            <a:ext cx="5438140" cy="3908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34" name="Google Shape;34;p5: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altLang="zh-TW"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2</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79768" y="4777194"/>
            <a:ext cx="5438140" cy="3908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42" name="Google Shape;42;p1: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altLang="zh-TW"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3</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7: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 name="Google Shape;66;p7:notes"/>
          <p:cNvSpPr txBox="1">
            <a:spLocks noGrp="1"/>
          </p:cNvSpPr>
          <p:nvPr>
            <p:ph type="body" idx="1"/>
          </p:nvPr>
        </p:nvSpPr>
        <p:spPr>
          <a:xfrm>
            <a:off x="679768" y="4777194"/>
            <a:ext cx="5438140" cy="3908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67" name="Google Shape;67;p7: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altLang="zh-TW"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8:notes"/>
          <p:cNvSpPr txBox="1">
            <a:spLocks noGrp="1"/>
          </p:cNvSpPr>
          <p:nvPr>
            <p:ph type="body" idx="1"/>
          </p:nvPr>
        </p:nvSpPr>
        <p:spPr>
          <a:xfrm>
            <a:off x="679768" y="4777194"/>
            <a:ext cx="5438140" cy="3908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74" name="Google Shape;74;p8: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altLang="zh-TW"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e9888fc26a_0_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g3e9888fc26a_0_5:notes"/>
          <p:cNvSpPr txBox="1">
            <a:spLocks noGrp="1"/>
          </p:cNvSpPr>
          <p:nvPr>
            <p:ph type="body" idx="1"/>
          </p:nvPr>
        </p:nvSpPr>
        <p:spPr>
          <a:xfrm>
            <a:off x="679768" y="4777194"/>
            <a:ext cx="5438100" cy="39087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82" name="Google Shape;82;g3e9888fc26a_0_5:notes"/>
          <p:cNvSpPr txBox="1">
            <a:spLocks noGrp="1"/>
          </p:cNvSpPr>
          <p:nvPr>
            <p:ph type="sldNum" idx="12"/>
          </p:nvPr>
        </p:nvSpPr>
        <p:spPr>
          <a:xfrm>
            <a:off x="3850443" y="9428584"/>
            <a:ext cx="2945700" cy="4980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altLang="zh-TW"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9:notes"/>
          <p:cNvSpPr txBox="1">
            <a:spLocks noGrp="1"/>
          </p:cNvSpPr>
          <p:nvPr>
            <p:ph type="body" idx="1"/>
          </p:nvPr>
        </p:nvSpPr>
        <p:spPr>
          <a:xfrm>
            <a:off x="679768" y="4777194"/>
            <a:ext cx="5438140" cy="3908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91" name="Google Shape;91;p9: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altLang="zh-TW"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7</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標題投影片">
    <p:spTree>
      <p:nvGrpSpPr>
        <p:cNvPr id="1" name=""/>
        <p:cNvGrpSpPr/>
        <p:nvPr/>
      </p:nvGrpSpPr>
      <p:grpSpPr>
        <a:xfrm>
          <a:off x="0" y="0"/>
          <a:ext cx="0" cy="0"/>
          <a:chOff x="0" y="0"/>
          <a:chExt cx="0" cy="0"/>
        </a:xfrm>
      </p:grpSpPr>
      <p:pic>
        <p:nvPicPr>
          <p:cNvPr id="3" name="圖片 2" descr="一張含有 符號, 圖形, 標誌, 字型 的圖片&#10;&#10;AI 產生的內容可能不正確。">
            <a:extLst>
              <a:ext uri="{FF2B5EF4-FFF2-40B4-BE49-F238E27FC236}">
                <a16:creationId xmlns:a16="http://schemas.microsoft.com/office/drawing/2014/main" id="{C6A699EE-8FDB-BF8A-D915-B400958561F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8932" y="307942"/>
            <a:ext cx="2350833" cy="562759"/>
          </a:xfrm>
          <a:prstGeom prst="rect">
            <a:avLst/>
          </a:prstGeom>
        </p:spPr>
      </p:pic>
      <p:grpSp>
        <p:nvGrpSpPr>
          <p:cNvPr id="5" name="McK Title Elements"/>
          <p:cNvGrpSpPr>
            <a:grpSpLocks/>
          </p:cNvGrpSpPr>
          <p:nvPr userDrawn="1"/>
        </p:nvGrpSpPr>
        <p:grpSpPr bwMode="auto">
          <a:xfrm>
            <a:off x="3591727" y="2183416"/>
            <a:ext cx="6840045" cy="4601696"/>
            <a:chOff x="1663" y="1348"/>
            <a:chExt cx="3167" cy="2841"/>
          </a:xfrm>
        </p:grpSpPr>
        <p:sp>
          <p:nvSpPr>
            <p:cNvPr id="6" name="McK Confidential" hidden="1"/>
            <p:cNvSpPr txBox="1">
              <a:spLocks noChangeArrowheads="1"/>
            </p:cNvSpPr>
            <p:nvPr userDrawn="1"/>
          </p:nvSpPr>
          <p:spPr bwMode="auto">
            <a:xfrm>
              <a:off x="1663" y="1348"/>
              <a:ext cx="936"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28" b="0">
                  <a:ea typeface="新細明體" charset="-120"/>
                </a:rPr>
                <a:t>CONFIDENTIAL</a:t>
              </a:r>
            </a:p>
          </p:txBody>
        </p:sp>
        <p:sp>
          <p:nvSpPr>
            <p:cNvPr id="7" name="McK Document" hidden="1"/>
            <p:cNvSpPr txBox="1">
              <a:spLocks noChangeArrowheads="1"/>
            </p:cNvSpPr>
            <p:nvPr userDrawn="1"/>
          </p:nvSpPr>
          <p:spPr bwMode="auto">
            <a:xfrm>
              <a:off x="1663" y="3045"/>
              <a:ext cx="3167"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28" b="0">
                  <a:ea typeface="新細明體" charset="-120"/>
                </a:rPr>
                <a:t>Document</a:t>
              </a:r>
            </a:p>
          </p:txBody>
        </p:sp>
        <p:sp>
          <p:nvSpPr>
            <p:cNvPr id="8" name="McK Date" hidden="1"/>
            <p:cNvSpPr txBox="1">
              <a:spLocks noChangeArrowheads="1"/>
            </p:cNvSpPr>
            <p:nvPr userDrawn="1"/>
          </p:nvSpPr>
          <p:spPr bwMode="auto">
            <a:xfrm>
              <a:off x="1663" y="3216"/>
              <a:ext cx="3167"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28" b="0">
                  <a:ea typeface="新細明體" charset="-120"/>
                </a:rPr>
                <a:t>Date</a:t>
              </a:r>
            </a:p>
          </p:txBody>
        </p:sp>
        <p:sp>
          <p:nvSpPr>
            <p:cNvPr id="9" name="McK Disclaimer" hidden="1"/>
            <p:cNvSpPr>
              <a:spLocks noChangeArrowheads="1"/>
            </p:cNvSpPr>
            <p:nvPr userDrawn="1">
              <p:custDataLst>
                <p:tags r:id="rId1"/>
              </p:custDataLst>
            </p:nvPr>
          </p:nvSpPr>
          <p:spPr bwMode="auto">
            <a:xfrm>
              <a:off x="1663" y="3833"/>
              <a:ext cx="2303"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04863" eaLnBrk="0" hangingPunct="0">
                <a:defRPr sz="4000" b="1">
                  <a:solidFill>
                    <a:schemeClr val="tx1"/>
                  </a:solidFill>
                  <a:latin typeface="Arial" charset="0"/>
                  <a:ea typeface="华文楷体" pitchFamily="2" charset="-122"/>
                </a:defRPr>
              </a:lvl1pPr>
              <a:lvl2pPr marL="742950" indent="-285750" defTabSz="804863" eaLnBrk="0" hangingPunct="0">
                <a:defRPr sz="4000" b="1">
                  <a:solidFill>
                    <a:schemeClr val="tx1"/>
                  </a:solidFill>
                  <a:latin typeface="Arial" charset="0"/>
                  <a:ea typeface="华文楷体" pitchFamily="2" charset="-122"/>
                </a:defRPr>
              </a:lvl2pPr>
              <a:lvl3pPr marL="1143000" indent="-228600" defTabSz="804863" eaLnBrk="0" hangingPunct="0">
                <a:defRPr sz="4000" b="1">
                  <a:solidFill>
                    <a:schemeClr val="tx1"/>
                  </a:solidFill>
                  <a:latin typeface="Arial" charset="0"/>
                  <a:ea typeface="华文楷体" pitchFamily="2" charset="-122"/>
                </a:defRPr>
              </a:lvl3pPr>
              <a:lvl4pPr marL="1600200" indent="-228600" defTabSz="804863" eaLnBrk="0" hangingPunct="0">
                <a:defRPr sz="4000" b="1">
                  <a:solidFill>
                    <a:schemeClr val="tx1"/>
                  </a:solidFill>
                  <a:latin typeface="Arial" charset="0"/>
                  <a:ea typeface="华文楷体" pitchFamily="2" charset="-122"/>
                </a:defRPr>
              </a:lvl4pPr>
              <a:lvl5pPr marL="2057400" indent="-228600" defTabSz="804863" eaLnBrk="0" hangingPunct="0">
                <a:defRPr sz="4000" b="1">
                  <a:solidFill>
                    <a:schemeClr val="tx1"/>
                  </a:solidFill>
                  <a:latin typeface="Arial" charset="0"/>
                  <a:ea typeface="华文楷体" pitchFamily="2" charset="-122"/>
                </a:defRPr>
              </a:lvl5pPr>
              <a:lvl6pPr marL="2514600" indent="-228600" defTabSz="804863"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defTabSz="804863"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defTabSz="804863"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defTabSz="804863" eaLnBrk="0" fontAlgn="base" hangingPunct="0">
                <a:spcBef>
                  <a:spcPct val="0"/>
                </a:spcBef>
                <a:spcAft>
                  <a:spcPct val="0"/>
                </a:spcAft>
                <a:defRPr sz="4000" b="1">
                  <a:solidFill>
                    <a:schemeClr val="tx1"/>
                  </a:solidFill>
                  <a:latin typeface="Arial" charset="0"/>
                  <a:ea typeface="华文楷体" pitchFamily="2" charset="-122"/>
                </a:defRPr>
              </a:lvl9pPr>
            </a:lstStyle>
            <a:p>
              <a:pPr>
                <a:defRPr/>
              </a:pPr>
              <a:r>
                <a:rPr lang="en-US" altLang="zh-TW" sz="918" b="0">
                  <a:ea typeface="新細明體" charset="-120"/>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0" name="Line 197"/>
          <p:cNvSpPr>
            <a:spLocks noChangeShapeType="1"/>
          </p:cNvSpPr>
          <p:nvPr userDrawn="1"/>
        </p:nvSpPr>
        <p:spPr bwMode="auto">
          <a:xfrm>
            <a:off x="1133890" y="3030543"/>
            <a:ext cx="10030052"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81">
              <a:latin typeface="微軟正黑體" panose="020B0604030504040204" pitchFamily="34" charset="-120"/>
              <a:ea typeface="微軟正黑體" panose="020B0604030504040204" pitchFamily="34" charset="-120"/>
            </a:endParaRPr>
          </a:p>
        </p:txBody>
      </p:sp>
      <p:sp>
        <p:nvSpPr>
          <p:cNvPr id="15" name="標題 1"/>
          <p:cNvSpPr>
            <a:spLocks noGrp="1"/>
          </p:cNvSpPr>
          <p:nvPr>
            <p:ph type="title"/>
          </p:nvPr>
        </p:nvSpPr>
        <p:spPr>
          <a:xfrm>
            <a:off x="2122181" y="2304993"/>
            <a:ext cx="8159422" cy="717546"/>
          </a:xfrm>
          <a:prstGeom prst="rect">
            <a:avLst/>
          </a:prstGeom>
        </p:spPr>
        <p:txBody>
          <a:bodyPr anchor="ctr"/>
          <a:lstStyle>
            <a:lvl1pPr algn="ctr">
              <a:defRPr sz="3673">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19" name="文字版面配置區 3"/>
          <p:cNvSpPr>
            <a:spLocks noGrp="1"/>
          </p:cNvSpPr>
          <p:nvPr>
            <p:ph type="body" sz="half" idx="2"/>
          </p:nvPr>
        </p:nvSpPr>
        <p:spPr>
          <a:xfrm>
            <a:off x="3128389" y="4489744"/>
            <a:ext cx="6502357" cy="559288"/>
          </a:xfrm>
          <a:prstGeom prst="rect">
            <a:avLst/>
          </a:prstGeom>
        </p:spPr>
        <p:txBody>
          <a:bodyPr anchor="ctr"/>
          <a:lstStyle>
            <a:lvl1pPr marL="0" indent="0" algn="ctr">
              <a:buNone/>
              <a:defRPr sz="2857" b="1">
                <a:latin typeface="微軟正黑體" panose="020B0604030504040204" pitchFamily="34" charset="-120"/>
                <a:ea typeface="微軟正黑體" panose="020B0604030504040204" pitchFamily="34" charset="-120"/>
              </a:defRPr>
            </a:lvl1pPr>
            <a:lvl2pPr marL="466481" indent="0">
              <a:buNone/>
              <a:defRPr sz="1224"/>
            </a:lvl2pPr>
            <a:lvl3pPr marL="932962" indent="0">
              <a:buNone/>
              <a:defRPr sz="1020"/>
            </a:lvl3pPr>
            <a:lvl4pPr marL="1399443" indent="0">
              <a:buNone/>
              <a:defRPr sz="918"/>
            </a:lvl4pPr>
            <a:lvl5pPr marL="1865925" indent="0">
              <a:buNone/>
              <a:defRPr sz="918"/>
            </a:lvl5pPr>
            <a:lvl6pPr marL="2332406" indent="0">
              <a:buNone/>
              <a:defRPr sz="918"/>
            </a:lvl6pPr>
            <a:lvl7pPr marL="2798887" indent="0">
              <a:buNone/>
              <a:defRPr sz="918"/>
            </a:lvl7pPr>
            <a:lvl8pPr marL="3265368" indent="0">
              <a:buNone/>
              <a:defRPr sz="918"/>
            </a:lvl8pPr>
            <a:lvl9pPr marL="3731849" indent="0">
              <a:buNone/>
              <a:defRPr sz="918"/>
            </a:lvl9pPr>
          </a:lstStyle>
          <a:p>
            <a:pPr lvl="0"/>
            <a:r>
              <a:rPr lang="zh-TW" altLang="en-US"/>
              <a:t>按一下以編輯母片文字樣式</a:t>
            </a:r>
          </a:p>
        </p:txBody>
      </p:sp>
      <p:sp>
        <p:nvSpPr>
          <p:cNvPr id="20" name="文字版面配置區 3"/>
          <p:cNvSpPr>
            <a:spLocks noGrp="1"/>
          </p:cNvSpPr>
          <p:nvPr>
            <p:ph type="body" sz="half" idx="10"/>
          </p:nvPr>
        </p:nvSpPr>
        <p:spPr>
          <a:xfrm>
            <a:off x="3786999" y="5584121"/>
            <a:ext cx="5122507" cy="414941"/>
          </a:xfrm>
          <a:prstGeom prst="rect">
            <a:avLst/>
          </a:prstGeom>
        </p:spPr>
        <p:txBody>
          <a:bodyPr anchor="ctr"/>
          <a:lstStyle>
            <a:lvl1pPr marL="0" indent="0" algn="ctr">
              <a:buNone/>
              <a:defRPr sz="1632" b="1">
                <a:latin typeface="微軟正黑體" panose="020B0604030504040204" pitchFamily="34" charset="-120"/>
                <a:ea typeface="微軟正黑體" panose="020B0604030504040204" pitchFamily="34" charset="-120"/>
              </a:defRPr>
            </a:lvl1pPr>
            <a:lvl2pPr marL="466481" indent="0">
              <a:buNone/>
              <a:defRPr sz="1224"/>
            </a:lvl2pPr>
            <a:lvl3pPr marL="932962" indent="0">
              <a:buNone/>
              <a:defRPr sz="1020"/>
            </a:lvl3pPr>
            <a:lvl4pPr marL="1399443" indent="0">
              <a:buNone/>
              <a:defRPr sz="918"/>
            </a:lvl4pPr>
            <a:lvl5pPr marL="1865925" indent="0">
              <a:buNone/>
              <a:defRPr sz="918"/>
            </a:lvl5pPr>
            <a:lvl6pPr marL="2332406" indent="0">
              <a:buNone/>
              <a:defRPr sz="918"/>
            </a:lvl6pPr>
            <a:lvl7pPr marL="2798887" indent="0">
              <a:buNone/>
              <a:defRPr sz="918"/>
            </a:lvl7pPr>
            <a:lvl8pPr marL="3265368" indent="0">
              <a:buNone/>
              <a:defRPr sz="918"/>
            </a:lvl8pPr>
            <a:lvl9pPr marL="3731849" indent="0">
              <a:buNone/>
              <a:defRPr sz="918"/>
            </a:lvl9pPr>
          </a:lstStyle>
          <a:p>
            <a:pPr lvl="0"/>
            <a:r>
              <a:rPr lang="zh-TW" altLang="en-US"/>
              <a:t>按一下以編輯母片文字樣式</a:t>
            </a:r>
          </a:p>
        </p:txBody>
      </p:sp>
      <p:sp>
        <p:nvSpPr>
          <p:cNvPr id="13" name="矩形 9">
            <a:extLst>
              <a:ext uri="{FF2B5EF4-FFF2-40B4-BE49-F238E27FC236}">
                <a16:creationId xmlns:a16="http://schemas.microsoft.com/office/drawing/2014/main" id="{6FDD3136-7EFB-4718-9F66-8669A6D38D54}"/>
              </a:ext>
            </a:extLst>
          </p:cNvPr>
          <p:cNvSpPr>
            <a:spLocks noChangeArrowheads="1"/>
          </p:cNvSpPr>
          <p:nvPr userDrawn="1"/>
        </p:nvSpPr>
        <p:spPr bwMode="auto">
          <a:xfrm>
            <a:off x="17280" y="6547456"/>
            <a:ext cx="531308" cy="228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20"/>
              </a:lnSpc>
              <a:defRPr/>
            </a:pPr>
            <a:fld id="{B24A712F-B284-4871-8CF9-DC6E056DBACF}" type="slidenum">
              <a:rPr lang="en-US" altLang="zh-TW" sz="1224" b="0" smtClean="0">
                <a:ea typeface="微軟正黑體" pitchFamily="34" charset="-120"/>
              </a:rPr>
              <a:pPr algn="ctr" eaLnBrk="1" hangingPunct="1">
                <a:lnSpc>
                  <a:spcPts val="1020"/>
                </a:lnSpc>
                <a:defRPr/>
              </a:pPr>
              <a:t>‹#›</a:t>
            </a:fld>
            <a:endParaRPr lang="en-US" altLang="zh-TW" sz="1224" b="0" dirty="0">
              <a:ea typeface="微軟正黑體" pitchFamily="34" charset="-120"/>
            </a:endParaRPr>
          </a:p>
        </p:txBody>
      </p:sp>
    </p:spTree>
    <p:extLst>
      <p:ext uri="{BB962C8B-B14F-4D97-AF65-F5344CB8AC3E}">
        <p14:creationId xmlns:p14="http://schemas.microsoft.com/office/powerpoint/2010/main" val="14088818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標題及物件">
  <p:cSld name="標題及物件">
    <p:spTree>
      <p:nvGrpSpPr>
        <p:cNvPr id="1" name="Shape 14"/>
        <p:cNvGrpSpPr/>
        <p:nvPr/>
      </p:nvGrpSpPr>
      <p:grpSpPr>
        <a:xfrm>
          <a:off x="0" y="0"/>
          <a:ext cx="0" cy="0"/>
          <a:chOff x="0" y="0"/>
          <a:chExt cx="0" cy="0"/>
        </a:xfrm>
      </p:grpSpPr>
      <p:sp>
        <p:nvSpPr>
          <p:cNvPr id="15" name="Google Shape;15;p13"/>
          <p:cNvSpPr txBox="1">
            <a:spLocks noGrp="1"/>
          </p:cNvSpPr>
          <p:nvPr>
            <p:ph type="title"/>
          </p:nvPr>
        </p:nvSpPr>
        <p:spPr>
          <a:xfrm>
            <a:off x="365895" y="150922"/>
            <a:ext cx="11342694" cy="635226"/>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265" b="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6" name="Google Shape;16;p13"/>
          <p:cNvSpPr txBox="1">
            <a:spLocks noGrp="1"/>
          </p:cNvSpPr>
          <p:nvPr>
            <p:ph type="body" idx="1"/>
          </p:nvPr>
        </p:nvSpPr>
        <p:spPr>
          <a:xfrm>
            <a:off x="406040" y="907057"/>
            <a:ext cx="11336724" cy="547473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49" b="0" i="0" u="none" strike="noStrike" cap="none">
                <a:solidFill>
                  <a:srgbClr val="000000"/>
                </a:solidFill>
                <a:latin typeface="Microsoft JhengHei"/>
                <a:ea typeface="Microsoft JhengHei"/>
                <a:cs typeface="Microsoft JhengHei"/>
                <a:sym typeface="Microsoft JhengHei"/>
              </a:defRPr>
            </a:lvl1pPr>
            <a:lvl2pPr marL="914400" marR="0" lvl="1" indent="-358204" algn="l" rtl="0">
              <a:lnSpc>
                <a:spcPct val="100000"/>
              </a:lnSpc>
              <a:spcBef>
                <a:spcPts val="612"/>
              </a:spcBef>
              <a:spcAft>
                <a:spcPts val="0"/>
              </a:spcAft>
              <a:buClr>
                <a:srgbClr val="000000"/>
              </a:buClr>
              <a:buSzPts val="2041"/>
              <a:buFont typeface="Noto Sans Symbols"/>
              <a:buChar char="■"/>
              <a:defRPr sz="2041" b="0" i="0" u="none" strike="noStrike" cap="none">
                <a:solidFill>
                  <a:srgbClr val="000000"/>
                </a:solidFill>
                <a:latin typeface="Microsoft JhengHei"/>
                <a:ea typeface="Microsoft JhengHei"/>
                <a:cs typeface="Microsoft JhengHei"/>
                <a:sym typeface="Microsoft JhengHei"/>
              </a:defRPr>
            </a:lvl2pPr>
            <a:lvl3pPr marL="1371600" marR="0" lvl="2" indent="-345249" algn="l" rtl="0">
              <a:lnSpc>
                <a:spcPct val="100000"/>
              </a:lnSpc>
              <a:spcBef>
                <a:spcPts val="612"/>
              </a:spcBef>
              <a:spcAft>
                <a:spcPts val="0"/>
              </a:spcAft>
              <a:buClr>
                <a:srgbClr val="000000"/>
              </a:buClr>
              <a:buSzPts val="1837"/>
              <a:buFont typeface="Noto Sans Symbols"/>
              <a:buChar char="●"/>
              <a:defRPr sz="1837" b="0" i="0" u="none" strike="noStrike" cap="none">
                <a:solidFill>
                  <a:srgbClr val="000000"/>
                </a:solidFill>
                <a:latin typeface="Microsoft JhengHei"/>
                <a:ea typeface="Microsoft JhengHei"/>
                <a:cs typeface="Microsoft JhengHei"/>
                <a:sym typeface="Microsoft JhengHei"/>
              </a:defRPr>
            </a:lvl3pPr>
            <a:lvl4pPr marL="1828800" marR="0" lvl="3" indent="-332232" algn="l" rtl="0">
              <a:lnSpc>
                <a:spcPct val="100000"/>
              </a:lnSpc>
              <a:spcBef>
                <a:spcPts val="612"/>
              </a:spcBef>
              <a:spcAft>
                <a:spcPts val="0"/>
              </a:spcAft>
              <a:buClr>
                <a:srgbClr val="000000"/>
              </a:buClr>
              <a:buSzPts val="1632"/>
              <a:buFont typeface="Noto Sans Symbols"/>
              <a:buChar char="◆"/>
              <a:defRPr sz="1632" b="0" i="0" u="none" strike="noStrike" cap="none">
                <a:solidFill>
                  <a:srgbClr val="000000"/>
                </a:solidFill>
                <a:latin typeface="Microsoft JhengHei"/>
                <a:ea typeface="Microsoft JhengHei"/>
                <a:cs typeface="Microsoft JhengHei"/>
                <a:sym typeface="Microsoft JhengHei"/>
              </a:defRPr>
            </a:lvl4pPr>
            <a:lvl5pPr marL="2286000" marR="0" lvl="4" indent="-319278" algn="l" rtl="0">
              <a:lnSpc>
                <a:spcPct val="100000"/>
              </a:lnSpc>
              <a:spcBef>
                <a:spcPts val="612"/>
              </a:spcBef>
              <a:spcAft>
                <a:spcPts val="0"/>
              </a:spcAft>
              <a:buClr>
                <a:srgbClr val="000000"/>
              </a:buClr>
              <a:buSzPts val="1428"/>
              <a:buFont typeface="Arial"/>
              <a:buChar char="•"/>
              <a:defRPr sz="1428" b="0" i="0" u="none" strike="noStrike" cap="none">
                <a:solidFill>
                  <a:srgbClr val="000000"/>
                </a:solidFill>
                <a:latin typeface="Microsoft JhengHei"/>
                <a:ea typeface="Microsoft JhengHei"/>
                <a:cs typeface="Microsoft JhengHei"/>
                <a:sym typeface="Microsoft JhengHei"/>
              </a:defRPr>
            </a:lvl5pPr>
            <a:lvl6pPr marL="2743200" marR="0" lvl="5" indent="-228600" algn="l" rtl="0">
              <a:lnSpc>
                <a:spcPct val="100000"/>
              </a:lnSpc>
              <a:spcBef>
                <a:spcPts val="612"/>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634994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標題投影片">
  <p:cSld name="標題投影片">
    <p:spTree>
      <p:nvGrpSpPr>
        <p:cNvPr id="1" name="Shape 17"/>
        <p:cNvGrpSpPr/>
        <p:nvPr/>
      </p:nvGrpSpPr>
      <p:grpSpPr>
        <a:xfrm>
          <a:off x="0" y="0"/>
          <a:ext cx="0" cy="0"/>
          <a:chOff x="0" y="0"/>
          <a:chExt cx="0" cy="0"/>
        </a:xfrm>
      </p:grpSpPr>
      <p:pic>
        <p:nvPicPr>
          <p:cNvPr id="18" name="Google Shape;18;p12" descr="一張含有 符號, 圖形, 標誌, 字型 的圖片&#10;&#10;AI 產生的內容可能不正確。"/>
          <p:cNvPicPr preferRelativeResize="0"/>
          <p:nvPr/>
        </p:nvPicPr>
        <p:blipFill rotWithShape="1">
          <a:blip r:embed="rId2">
            <a:alphaModFix/>
          </a:blip>
          <a:srcRect/>
          <a:stretch/>
        </p:blipFill>
        <p:spPr>
          <a:xfrm>
            <a:off x="478932" y="307942"/>
            <a:ext cx="2350833" cy="562759"/>
          </a:xfrm>
          <a:prstGeom prst="rect">
            <a:avLst/>
          </a:prstGeom>
          <a:noFill/>
          <a:ln>
            <a:noFill/>
          </a:ln>
        </p:spPr>
      </p:pic>
      <p:cxnSp>
        <p:nvCxnSpPr>
          <p:cNvPr id="19" name="Google Shape;19;p12"/>
          <p:cNvCxnSpPr/>
          <p:nvPr/>
        </p:nvCxnSpPr>
        <p:spPr>
          <a:xfrm>
            <a:off x="1133890" y="3030543"/>
            <a:ext cx="10030052" cy="0"/>
          </a:xfrm>
          <a:prstGeom prst="straightConnector1">
            <a:avLst/>
          </a:prstGeom>
          <a:noFill/>
          <a:ln w="15875" cap="flat" cmpd="sng">
            <a:solidFill>
              <a:srgbClr val="FF0000"/>
            </a:solidFill>
            <a:prstDash val="solid"/>
            <a:round/>
            <a:headEnd type="none" w="sm" len="sm"/>
            <a:tailEnd type="none" w="sm" len="sm"/>
          </a:ln>
        </p:spPr>
      </p:cxnSp>
      <p:sp>
        <p:nvSpPr>
          <p:cNvPr id="20" name="Google Shape;20;p12"/>
          <p:cNvSpPr txBox="1">
            <a:spLocks noGrp="1"/>
          </p:cNvSpPr>
          <p:nvPr>
            <p:ph type="title"/>
          </p:nvPr>
        </p:nvSpPr>
        <p:spPr>
          <a:xfrm>
            <a:off x="2122181" y="2304993"/>
            <a:ext cx="8159422" cy="717546"/>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673" b="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1" name="Google Shape;21;p12"/>
          <p:cNvSpPr txBox="1">
            <a:spLocks noGrp="1"/>
          </p:cNvSpPr>
          <p:nvPr>
            <p:ph type="body" idx="1"/>
          </p:nvPr>
        </p:nvSpPr>
        <p:spPr>
          <a:xfrm>
            <a:off x="3128389" y="4489744"/>
            <a:ext cx="6502357" cy="55928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0000"/>
              </a:buClr>
              <a:buSzPts val="2857"/>
              <a:buFont typeface="Arial"/>
              <a:buNone/>
              <a:defRPr sz="2857" b="1" i="0" u="none" strike="noStrike" cap="none">
                <a:solidFill>
                  <a:srgbClr val="000000"/>
                </a:solidFill>
                <a:latin typeface="Microsoft JhengHei"/>
                <a:ea typeface="Microsoft JhengHei"/>
                <a:cs typeface="Microsoft JhengHei"/>
                <a:sym typeface="Microsoft JhengHei"/>
              </a:defRPr>
            </a:lvl1pPr>
            <a:lvl2pPr marL="914400" marR="0" lvl="1" indent="-228600" algn="l" rtl="0">
              <a:lnSpc>
                <a:spcPct val="100000"/>
              </a:lnSpc>
              <a:spcBef>
                <a:spcPts val="0"/>
              </a:spcBef>
              <a:spcAft>
                <a:spcPts val="0"/>
              </a:spcAft>
              <a:buClr>
                <a:srgbClr val="000000"/>
              </a:buClr>
              <a:buSzPts val="1224"/>
              <a:buFont typeface="Arial"/>
              <a:buNone/>
              <a:defRPr sz="1224"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020"/>
              <a:buFont typeface="Arial"/>
              <a:buNone/>
              <a:defRPr sz="102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9pPr>
          </a:lstStyle>
          <a:p>
            <a:endParaRPr/>
          </a:p>
        </p:txBody>
      </p:sp>
      <p:sp>
        <p:nvSpPr>
          <p:cNvPr id="22" name="Google Shape;22;p12"/>
          <p:cNvSpPr txBox="1">
            <a:spLocks noGrp="1"/>
          </p:cNvSpPr>
          <p:nvPr>
            <p:ph type="body" idx="2"/>
          </p:nvPr>
        </p:nvSpPr>
        <p:spPr>
          <a:xfrm>
            <a:off x="3786999" y="5584121"/>
            <a:ext cx="5122507" cy="414941"/>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0000"/>
              </a:buClr>
              <a:buSzPts val="1632"/>
              <a:buFont typeface="Arial"/>
              <a:buNone/>
              <a:defRPr sz="1632" b="1" i="0" u="none" strike="noStrike" cap="none">
                <a:solidFill>
                  <a:srgbClr val="000000"/>
                </a:solidFill>
                <a:latin typeface="Microsoft JhengHei"/>
                <a:ea typeface="Microsoft JhengHei"/>
                <a:cs typeface="Microsoft JhengHei"/>
                <a:sym typeface="Microsoft JhengHei"/>
              </a:defRPr>
            </a:lvl1pPr>
            <a:lvl2pPr marL="914400" marR="0" lvl="1" indent="-228600" algn="l" rtl="0">
              <a:lnSpc>
                <a:spcPct val="100000"/>
              </a:lnSpc>
              <a:spcBef>
                <a:spcPts val="0"/>
              </a:spcBef>
              <a:spcAft>
                <a:spcPts val="0"/>
              </a:spcAft>
              <a:buClr>
                <a:srgbClr val="000000"/>
              </a:buClr>
              <a:buSzPts val="1224"/>
              <a:buFont typeface="Arial"/>
              <a:buNone/>
              <a:defRPr sz="1224"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020"/>
              <a:buFont typeface="Arial"/>
              <a:buNone/>
              <a:defRPr sz="102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9pPr>
          </a:lstStyle>
          <a:p>
            <a:endParaRPr/>
          </a:p>
        </p:txBody>
      </p:sp>
      <p:sp>
        <p:nvSpPr>
          <p:cNvPr id="23" name="Google Shape;23;p12"/>
          <p:cNvSpPr/>
          <p:nvPr/>
        </p:nvSpPr>
        <p:spPr>
          <a:xfrm>
            <a:off x="17280" y="6547456"/>
            <a:ext cx="531308" cy="228128"/>
          </a:xfrm>
          <a:prstGeom prst="rect">
            <a:avLst/>
          </a:prstGeom>
          <a:noFill/>
          <a:ln>
            <a:noFill/>
          </a:ln>
        </p:spPr>
        <p:txBody>
          <a:bodyPr spcFirstLastPara="1" wrap="square" lIns="91425" tIns="45700" rIns="91425" bIns="45700" anchor="b" anchorCtr="0">
            <a:spAutoFit/>
          </a:bodyPr>
          <a:lstStyle/>
          <a:p>
            <a:pPr marL="0" marR="0" lvl="0" indent="0" algn="ctr" rtl="0">
              <a:lnSpc>
                <a:spcPct val="83333"/>
              </a:lnSpc>
              <a:spcBef>
                <a:spcPts val="0"/>
              </a:spcBef>
              <a:spcAft>
                <a:spcPts val="0"/>
              </a:spcAft>
              <a:buClr>
                <a:srgbClr val="000000"/>
              </a:buClr>
              <a:buSzPts val="1224"/>
              <a:buFont typeface="Arial"/>
              <a:buNone/>
            </a:pPr>
            <a:fld id="{00000000-1234-1234-1234-123412341234}" type="slidenum">
              <a:rPr lang="zh-TW" sz="1224" b="0" i="0" u="none" strike="noStrike" cap="none">
                <a:solidFill>
                  <a:schemeClr val="dk1"/>
                </a:solidFill>
                <a:latin typeface="Arial"/>
                <a:ea typeface="Arial"/>
                <a:cs typeface="Arial"/>
                <a:sym typeface="Arial"/>
              </a:rPr>
              <a:t>‹#›</a:t>
            </a:fld>
            <a:endParaRPr sz="1224"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6840599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64849" y="6269412"/>
            <a:ext cx="4663140" cy="746746"/>
          </a:xfrm>
          <a:prstGeom prst="rect">
            <a:avLst/>
          </a:prstGeom>
          <a:noFill/>
          <a:ln>
            <a:noFill/>
          </a:ln>
        </p:spPr>
      </p:pic>
      <p:cxnSp>
        <p:nvCxnSpPr>
          <p:cNvPr id="11" name="Google Shape;11;p1"/>
          <p:cNvCxnSpPr/>
          <p:nvPr/>
        </p:nvCxnSpPr>
        <p:spPr>
          <a:xfrm>
            <a:off x="311010" y="808253"/>
            <a:ext cx="11477110" cy="0"/>
          </a:xfrm>
          <a:prstGeom prst="straightConnector1">
            <a:avLst/>
          </a:prstGeom>
          <a:noFill/>
          <a:ln w="15875" cap="flat" cmpd="sng">
            <a:solidFill>
              <a:srgbClr val="FF0000"/>
            </a:solidFill>
            <a:prstDash val="solid"/>
            <a:round/>
            <a:headEnd type="none" w="med" len="med"/>
            <a:tailEnd type="none" w="med" len="med"/>
          </a:ln>
        </p:spPr>
      </p:cxnSp>
      <p:sp>
        <p:nvSpPr>
          <p:cNvPr id="12" name="Google Shape;12;p1"/>
          <p:cNvSpPr/>
          <p:nvPr/>
        </p:nvSpPr>
        <p:spPr>
          <a:xfrm>
            <a:off x="17280" y="6558432"/>
            <a:ext cx="531308" cy="228128"/>
          </a:xfrm>
          <a:prstGeom prst="rect">
            <a:avLst/>
          </a:prstGeom>
          <a:noFill/>
          <a:ln>
            <a:noFill/>
          </a:ln>
        </p:spPr>
        <p:txBody>
          <a:bodyPr spcFirstLastPara="1" wrap="square" lIns="91425" tIns="45700" rIns="91425" bIns="45700" anchor="b" anchorCtr="0">
            <a:noAutofit/>
          </a:bodyPr>
          <a:lstStyle/>
          <a:p>
            <a:pPr marL="0" marR="0" lvl="0" indent="0" algn="ctr" rtl="0">
              <a:lnSpc>
                <a:spcPct val="83333"/>
              </a:lnSpc>
              <a:spcBef>
                <a:spcPts val="0"/>
              </a:spcBef>
              <a:spcAft>
                <a:spcPts val="0"/>
              </a:spcAft>
              <a:buNone/>
            </a:pPr>
            <a:fld id="{00000000-1234-1234-1234-123412341234}" type="slidenum">
              <a:rPr lang="zh-TW" sz="1224" b="0" i="0" u="none" strike="noStrike" cap="none">
                <a:solidFill>
                  <a:schemeClr val="dk1"/>
                </a:solidFill>
                <a:latin typeface="Arial"/>
                <a:ea typeface="Arial"/>
                <a:cs typeface="Arial"/>
                <a:sym typeface="Arial"/>
              </a:rPr>
              <a:t>‹#›</a:t>
            </a:fld>
            <a:endParaRPr sz="1224" b="0" i="0" u="none" strike="noStrike" cap="none">
              <a:solidFill>
                <a:schemeClr val="dk1"/>
              </a:solidFill>
              <a:latin typeface="Arial"/>
              <a:ea typeface="Arial"/>
              <a:cs typeface="Arial"/>
              <a:sym typeface="Arial"/>
            </a:endParaRPr>
          </a:p>
        </p:txBody>
      </p:sp>
      <p:pic>
        <p:nvPicPr>
          <p:cNvPr id="13" name="Google Shape;13;p1"/>
          <p:cNvPicPr preferRelativeResize="0"/>
          <p:nvPr/>
        </p:nvPicPr>
        <p:blipFill rotWithShape="1">
          <a:blip r:embed="rId4">
            <a:alphaModFix/>
          </a:blip>
          <a:srcRect/>
          <a:stretch/>
        </p:blipFill>
        <p:spPr>
          <a:xfrm>
            <a:off x="8890815" y="6477757"/>
            <a:ext cx="2886773" cy="297514"/>
          </a:xfrm>
          <a:prstGeom prst="rect">
            <a:avLst/>
          </a:prstGeom>
          <a:noFill/>
          <a:ln>
            <a:noFill/>
          </a:ln>
        </p:spPr>
      </p:pic>
    </p:spTree>
    <p:extLst>
      <p:ext uri="{BB962C8B-B14F-4D97-AF65-F5344CB8AC3E}">
        <p14:creationId xmlns:p14="http://schemas.microsoft.com/office/powerpoint/2010/main" val="1040504992"/>
      </p:ext>
    </p:extLst>
  </p:cSld>
  <p:clrMap bg1="lt1" tx1="dk1" bg2="dk2" tx2="lt2" accent1="accent1" accent2="accent2" accent3="accent3" accent4="accent4" accent5="accent5" accent6="accent6" hlink="hlink" folHlink="folHlink"/>
  <p:sldLayoutIdLst>
    <p:sldLayoutId id="214748367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1"/>
          <p:cNvPicPr preferRelativeResize="0"/>
          <p:nvPr/>
        </p:nvPicPr>
        <p:blipFill rotWithShape="1">
          <a:blip r:embed="rId4">
            <a:alphaModFix/>
          </a:blip>
          <a:srcRect/>
          <a:stretch/>
        </p:blipFill>
        <p:spPr>
          <a:xfrm>
            <a:off x="164849" y="6269412"/>
            <a:ext cx="4663140" cy="746746"/>
          </a:xfrm>
          <a:prstGeom prst="rect">
            <a:avLst/>
          </a:prstGeom>
          <a:noFill/>
          <a:ln>
            <a:noFill/>
          </a:ln>
        </p:spPr>
      </p:pic>
      <p:cxnSp>
        <p:nvCxnSpPr>
          <p:cNvPr id="11" name="Google Shape;11;p11"/>
          <p:cNvCxnSpPr/>
          <p:nvPr/>
        </p:nvCxnSpPr>
        <p:spPr>
          <a:xfrm>
            <a:off x="311010" y="808253"/>
            <a:ext cx="11477110" cy="0"/>
          </a:xfrm>
          <a:prstGeom prst="straightConnector1">
            <a:avLst/>
          </a:prstGeom>
          <a:noFill/>
          <a:ln w="15875" cap="flat" cmpd="sng">
            <a:solidFill>
              <a:srgbClr val="FF0000"/>
            </a:solidFill>
            <a:prstDash val="solid"/>
            <a:round/>
            <a:headEnd type="none" w="sm" len="sm"/>
            <a:tailEnd type="none" w="sm" len="sm"/>
          </a:ln>
        </p:spPr>
      </p:cxnSp>
      <p:sp>
        <p:nvSpPr>
          <p:cNvPr id="12" name="Google Shape;12;p11"/>
          <p:cNvSpPr/>
          <p:nvPr/>
        </p:nvSpPr>
        <p:spPr>
          <a:xfrm>
            <a:off x="17280" y="6558432"/>
            <a:ext cx="531308" cy="228128"/>
          </a:xfrm>
          <a:prstGeom prst="rect">
            <a:avLst/>
          </a:prstGeom>
          <a:noFill/>
          <a:ln>
            <a:noFill/>
          </a:ln>
        </p:spPr>
        <p:txBody>
          <a:bodyPr spcFirstLastPara="1" wrap="square" lIns="91425" tIns="45700" rIns="91425" bIns="45700" anchor="b" anchorCtr="0">
            <a:noAutofit/>
          </a:bodyPr>
          <a:lstStyle/>
          <a:p>
            <a:pPr marL="0" marR="0" lvl="0" indent="0" algn="ctr" rtl="0">
              <a:lnSpc>
                <a:spcPct val="83333"/>
              </a:lnSpc>
              <a:spcBef>
                <a:spcPts val="0"/>
              </a:spcBef>
              <a:spcAft>
                <a:spcPts val="0"/>
              </a:spcAft>
              <a:buClr>
                <a:srgbClr val="000000"/>
              </a:buClr>
              <a:buSzPts val="1224"/>
              <a:buFont typeface="Arial"/>
              <a:buNone/>
            </a:pPr>
            <a:fld id="{00000000-1234-1234-1234-123412341234}" type="slidenum">
              <a:rPr lang="zh-TW" sz="1224" b="0" i="0" u="none" strike="noStrike" cap="none">
                <a:solidFill>
                  <a:schemeClr val="dk1"/>
                </a:solidFill>
                <a:latin typeface="Arial"/>
                <a:ea typeface="Arial"/>
                <a:cs typeface="Arial"/>
                <a:sym typeface="Arial"/>
              </a:rPr>
              <a:t>‹#›</a:t>
            </a:fld>
            <a:endParaRPr sz="1224" b="0" i="0" u="none" strike="noStrike" cap="none">
              <a:solidFill>
                <a:schemeClr val="dk1"/>
              </a:solidFill>
              <a:latin typeface="Arial"/>
              <a:ea typeface="Arial"/>
              <a:cs typeface="Arial"/>
              <a:sym typeface="Arial"/>
            </a:endParaRPr>
          </a:p>
        </p:txBody>
      </p:sp>
      <p:pic>
        <p:nvPicPr>
          <p:cNvPr id="13" name="Google Shape;13;p11"/>
          <p:cNvPicPr preferRelativeResize="0"/>
          <p:nvPr/>
        </p:nvPicPr>
        <p:blipFill rotWithShape="1">
          <a:blip r:embed="rId5">
            <a:alphaModFix/>
          </a:blip>
          <a:srcRect/>
          <a:stretch/>
        </p:blipFill>
        <p:spPr>
          <a:xfrm>
            <a:off x="8890815" y="6477757"/>
            <a:ext cx="2886773" cy="297514"/>
          </a:xfrm>
          <a:prstGeom prst="rect">
            <a:avLst/>
          </a:prstGeom>
          <a:noFill/>
          <a:ln>
            <a:noFill/>
          </a:ln>
        </p:spPr>
      </p:pic>
    </p:spTree>
    <p:extLst>
      <p:ext uri="{BB962C8B-B14F-4D97-AF65-F5344CB8AC3E}">
        <p14:creationId xmlns:p14="http://schemas.microsoft.com/office/powerpoint/2010/main" val="1320124890"/>
      </p:ext>
    </p:extLst>
  </p:cSld>
  <p:clrMap bg1="lt1" tx1="dk1" bg2="dk2" tx2="lt2" accent1="accent1" accent2="accent2" accent3="accent3" accent4="accent4" accent5="accent5" accent6="accent6" hlink="hlink" folHlink="folHlink"/>
  <p:sldLayoutIdLst>
    <p:sldLayoutId id="2147483676" r:id="rId1"/>
    <p:sldLayoutId id="2147483677"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F81EE-681C-A219-6BBD-BB56E5AD94F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0E1690E-F553-7D05-B880-0F46C2604996}"/>
              </a:ext>
            </a:extLst>
          </p:cNvPr>
          <p:cNvSpPr>
            <a:spLocks noGrp="1"/>
          </p:cNvSpPr>
          <p:nvPr>
            <p:ph type="title"/>
          </p:nvPr>
        </p:nvSpPr>
        <p:spPr>
          <a:xfrm>
            <a:off x="2040841" y="2345393"/>
            <a:ext cx="8110319" cy="677053"/>
          </a:xfrm>
        </p:spPr>
        <p:txBody>
          <a:bodyPr/>
          <a:lstStyle/>
          <a:p>
            <a:pPr>
              <a:defRPr/>
            </a:pPr>
            <a:r>
              <a:rPr lang="zh-TW" altLang="en-US" sz="4000" b="1" dirty="0">
                <a:latin typeface="Microsoft JhengHei"/>
                <a:ea typeface="Microsoft JhengHei"/>
              </a:rPr>
              <a:t>智能專案經理 </a:t>
            </a:r>
            <a:r>
              <a:rPr lang="en-US" altLang="zh-TW" sz="4000" b="1" dirty="0">
                <a:latin typeface="Microsoft JhengHei"/>
                <a:ea typeface="Microsoft JhengHei"/>
              </a:rPr>
              <a:t>AI</a:t>
            </a:r>
            <a:r>
              <a:rPr lang="zh-TW" altLang="en-US" sz="4000" b="1" dirty="0">
                <a:latin typeface="Microsoft JhengHei"/>
                <a:ea typeface="Microsoft JhengHei"/>
              </a:rPr>
              <a:t> </a:t>
            </a:r>
            <a:r>
              <a:rPr lang="en-US" altLang="zh-TW" sz="4000" b="1" dirty="0">
                <a:latin typeface="Microsoft JhengHei"/>
                <a:ea typeface="Microsoft JhengHei"/>
              </a:rPr>
              <a:t>PM</a:t>
            </a:r>
            <a:endParaRPr lang="zh-TW" altLang="en-US" b="1" dirty="0"/>
          </a:p>
        </p:txBody>
      </p:sp>
      <p:sp>
        <p:nvSpPr>
          <p:cNvPr id="3" name="文字版面配置區 3">
            <a:extLst>
              <a:ext uri="{FF2B5EF4-FFF2-40B4-BE49-F238E27FC236}">
                <a16:creationId xmlns:a16="http://schemas.microsoft.com/office/drawing/2014/main" id="{F3948507-9718-A0E5-90E5-386583EB69A6}"/>
              </a:ext>
            </a:extLst>
          </p:cNvPr>
          <p:cNvSpPr txBox="1">
            <a:spLocks/>
          </p:cNvSpPr>
          <p:nvPr/>
        </p:nvSpPr>
        <p:spPr>
          <a:xfrm>
            <a:off x="3186717" y="4345571"/>
            <a:ext cx="5818567" cy="1186322"/>
          </a:xfrm>
          <a:prstGeom prst="rect">
            <a:avLst/>
          </a:prstGeom>
        </p:spPr>
        <p:txBody>
          <a:bodyPr wrap="square" lIns="91440" tIns="45720" rIns="91440" bIns="45720" anchor="ctr"/>
          <a:lstStyle>
            <a:lvl1pPr marL="0" indent="0" algn="ctr" defTabSz="913526" rtl="0" eaLnBrk="0" fontAlgn="base" hangingPunct="0">
              <a:spcBef>
                <a:spcPct val="0"/>
              </a:spcBef>
              <a:spcAft>
                <a:spcPct val="0"/>
              </a:spcAft>
              <a:buSzPct val="120000"/>
              <a:buNone/>
              <a:defRPr sz="1632" b="1">
                <a:solidFill>
                  <a:schemeClr val="tx1"/>
                </a:solidFill>
                <a:latin typeface="微軟正黑體" panose="020B0604030504040204" pitchFamily="34" charset="-120"/>
                <a:ea typeface="微軟正黑體" panose="020B0604030504040204" pitchFamily="34" charset="-120"/>
                <a:cs typeface="+mn-cs"/>
              </a:defRPr>
            </a:lvl1pPr>
            <a:lvl2pPr marL="466481" indent="0" algn="l" defTabSz="913526" rtl="0" eaLnBrk="0" fontAlgn="base" hangingPunct="0">
              <a:spcBef>
                <a:spcPct val="0"/>
              </a:spcBef>
              <a:spcAft>
                <a:spcPct val="0"/>
              </a:spcAft>
              <a:buSzPct val="120000"/>
              <a:buNone/>
              <a:defRPr sz="1224">
                <a:solidFill>
                  <a:schemeClr val="tx1"/>
                </a:solidFill>
                <a:latin typeface="+mn-lt"/>
                <a:ea typeface="+mn-ea"/>
              </a:defRPr>
            </a:lvl2pPr>
            <a:lvl3pPr marL="932962" indent="0" algn="l" defTabSz="913526" rtl="0" eaLnBrk="0" fontAlgn="base" hangingPunct="0">
              <a:spcBef>
                <a:spcPct val="0"/>
              </a:spcBef>
              <a:spcAft>
                <a:spcPct val="0"/>
              </a:spcAft>
              <a:buNone/>
              <a:defRPr sz="1020">
                <a:solidFill>
                  <a:schemeClr val="tx1"/>
                </a:solidFill>
                <a:latin typeface="+mn-lt"/>
                <a:ea typeface="+mn-ea"/>
              </a:defRPr>
            </a:lvl3pPr>
            <a:lvl4pPr marL="1399443" indent="0" algn="l" defTabSz="913526" rtl="0" eaLnBrk="0" fontAlgn="base" hangingPunct="0">
              <a:spcBef>
                <a:spcPct val="0"/>
              </a:spcBef>
              <a:spcAft>
                <a:spcPct val="0"/>
              </a:spcAft>
              <a:buSzPct val="89000"/>
              <a:buNone/>
              <a:defRPr sz="918">
                <a:solidFill>
                  <a:schemeClr val="tx1"/>
                </a:solidFill>
                <a:latin typeface="+mn-lt"/>
                <a:ea typeface="+mn-ea"/>
              </a:defRPr>
            </a:lvl4pPr>
            <a:lvl5pPr marL="1865925" indent="0" algn="l" defTabSz="913526" rtl="0" eaLnBrk="0" fontAlgn="base" hangingPunct="0">
              <a:spcBef>
                <a:spcPct val="0"/>
              </a:spcBef>
              <a:spcAft>
                <a:spcPct val="0"/>
              </a:spcAft>
              <a:buSzPct val="75000"/>
              <a:buNone/>
              <a:defRPr sz="918">
                <a:solidFill>
                  <a:schemeClr val="tx1"/>
                </a:solidFill>
                <a:latin typeface="+mn-lt"/>
                <a:ea typeface="+mn-ea"/>
              </a:defRPr>
            </a:lvl5pPr>
            <a:lvl6pPr marL="2332406" indent="0" algn="l" defTabSz="913526" rtl="0" fontAlgn="base">
              <a:spcBef>
                <a:spcPct val="0"/>
              </a:spcBef>
              <a:spcAft>
                <a:spcPct val="0"/>
              </a:spcAft>
              <a:buSzPct val="75000"/>
              <a:buNone/>
              <a:defRPr sz="918">
                <a:solidFill>
                  <a:schemeClr val="tx1"/>
                </a:solidFill>
                <a:latin typeface="+mn-lt"/>
                <a:ea typeface="+mn-ea"/>
              </a:defRPr>
            </a:lvl6pPr>
            <a:lvl7pPr marL="2798887" indent="0" algn="l" defTabSz="913526" rtl="0" fontAlgn="base">
              <a:spcBef>
                <a:spcPct val="0"/>
              </a:spcBef>
              <a:spcAft>
                <a:spcPct val="0"/>
              </a:spcAft>
              <a:buSzPct val="75000"/>
              <a:buNone/>
              <a:defRPr sz="918">
                <a:solidFill>
                  <a:schemeClr val="tx1"/>
                </a:solidFill>
                <a:latin typeface="+mn-lt"/>
                <a:ea typeface="+mn-ea"/>
              </a:defRPr>
            </a:lvl7pPr>
            <a:lvl8pPr marL="3265368" indent="0" algn="l" defTabSz="913526" rtl="0" fontAlgn="base">
              <a:spcBef>
                <a:spcPct val="0"/>
              </a:spcBef>
              <a:spcAft>
                <a:spcPct val="0"/>
              </a:spcAft>
              <a:buSzPct val="75000"/>
              <a:buNone/>
              <a:defRPr sz="918">
                <a:solidFill>
                  <a:schemeClr val="tx1"/>
                </a:solidFill>
                <a:latin typeface="+mn-lt"/>
                <a:ea typeface="+mn-ea"/>
              </a:defRPr>
            </a:lvl8pPr>
            <a:lvl9pPr marL="3731849" indent="0" algn="l" defTabSz="913526" rtl="0" fontAlgn="base">
              <a:spcBef>
                <a:spcPct val="0"/>
              </a:spcBef>
              <a:spcAft>
                <a:spcPct val="0"/>
              </a:spcAft>
              <a:buSzPct val="75000"/>
              <a:buNone/>
              <a:defRPr sz="918">
                <a:solidFill>
                  <a:schemeClr val="tx1"/>
                </a:solidFill>
                <a:latin typeface="+mn-lt"/>
                <a:ea typeface="+mn-ea"/>
              </a:defRPr>
            </a:lvl9pPr>
          </a:lstStyle>
          <a:p>
            <a:pPr marL="0" marR="0" lvl="0" indent="0" defTabSz="913526" rtl="0" eaLnBrk="0" fontAlgn="base" latinLnBrk="0" hangingPunct="0">
              <a:lnSpc>
                <a:spcPct val="150000"/>
              </a:lnSpc>
              <a:spcBef>
                <a:spcPct val="0"/>
              </a:spcBef>
              <a:spcAft>
                <a:spcPct val="0"/>
              </a:spcAft>
              <a:buClrTx/>
              <a:buSzPct val="120000"/>
              <a:buFontTx/>
              <a:buNone/>
              <a:tabLst/>
              <a:defRPr/>
            </a:pPr>
            <a:r>
              <a:rPr sz="2000" b="0" dirty="0" err="1">
                <a:solidFill>
                  <a:srgbClr val="222A35"/>
                </a:solidFill>
                <a:latin typeface="Microsoft JhengHei"/>
                <a:ea typeface="Microsoft JhengHei"/>
                <a:cs typeface="Microsoft JhengHei"/>
              </a:rPr>
              <a:t>學員：曹家瑜、郭文浩、王瑀軒</a:t>
            </a:r>
            <a:endParaRPr sz="2000" b="0" dirty="0">
              <a:solidFill>
                <a:srgbClr val="222A35"/>
              </a:solidFill>
              <a:latin typeface="Microsoft JhengHei"/>
              <a:ea typeface="Microsoft JhengHei"/>
              <a:cs typeface="Microsoft JhengHei"/>
            </a:endParaRPr>
          </a:p>
          <a:p>
            <a:pPr>
              <a:lnSpc>
                <a:spcPct val="150000"/>
              </a:lnSpc>
            </a:pPr>
            <a:r>
              <a:rPr sz="2000" b="0" dirty="0" err="1">
                <a:solidFill>
                  <a:srgbClr val="222A35"/>
                </a:solidFill>
                <a:latin typeface="Microsoft JhengHei"/>
                <a:ea typeface="Microsoft JhengHei"/>
                <a:cs typeface="Microsoft JhengHei"/>
              </a:rPr>
              <a:t>部門：數位經營部</a:t>
            </a:r>
            <a:endParaRPr sz="2000" b="0" dirty="0">
              <a:solidFill>
                <a:srgbClr val="222A35"/>
              </a:solidFill>
              <a:latin typeface="Microsoft JhengHei"/>
              <a:ea typeface="Microsoft JhengHei"/>
              <a:cs typeface="Microsoft JhengHei"/>
            </a:endParaRPr>
          </a:p>
        </p:txBody>
      </p:sp>
    </p:spTree>
    <p:extLst>
      <p:ext uri="{BB962C8B-B14F-4D97-AF65-F5344CB8AC3E}">
        <p14:creationId xmlns:p14="http://schemas.microsoft.com/office/powerpoint/2010/main" val="157751839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5"/>
          <p:cNvSpPr txBox="1">
            <a:spLocks noGrp="1"/>
          </p:cNvSpPr>
          <p:nvPr>
            <p:ph type="title"/>
          </p:nvPr>
        </p:nvSpPr>
        <p:spPr>
          <a:xfrm>
            <a:off x="365895" y="150922"/>
            <a:ext cx="11342694" cy="6352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zh-TW" sz="2800" b="1"/>
              <a:t>提案動機與目的</a:t>
            </a:r>
            <a:endParaRPr/>
          </a:p>
        </p:txBody>
      </p:sp>
      <p:sp>
        <p:nvSpPr>
          <p:cNvPr id="37" name="Google Shape;37;p5"/>
          <p:cNvSpPr txBox="1"/>
          <p:nvPr/>
        </p:nvSpPr>
        <p:spPr>
          <a:xfrm>
            <a:off x="365895" y="955131"/>
            <a:ext cx="7693200" cy="3693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0000"/>
              </a:buClr>
              <a:buSzPts val="1800"/>
              <a:buFont typeface="Arial"/>
              <a:buNone/>
              <a:tabLst/>
              <a:defRPr/>
            </a:pPr>
            <a:r>
              <a:rPr kumimoji="0" lang="zh-TW" altLang="en-US" sz="1800" b="1" i="0" u="none" strike="noStrike" kern="0" cap="none" spc="0" normalizeH="0" baseline="0" noProof="0" dirty="0">
                <a:ln>
                  <a:noFill/>
                </a:ln>
                <a:solidFill>
                  <a:srgbClr val="FF0000"/>
                </a:solidFill>
                <a:effectLst/>
                <a:uLnTx/>
                <a:uFillTx/>
                <a:latin typeface="Microsoft JhengHei"/>
                <a:ea typeface="Microsoft JhengHei"/>
                <a:cs typeface="Microsoft JhengHei"/>
                <a:sym typeface="Microsoft JhengHei"/>
              </a:rPr>
              <a:t>說明痛點及設計理念</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8" name="Google Shape;38;p5"/>
          <p:cNvSpPr txBox="1"/>
          <p:nvPr/>
        </p:nvSpPr>
        <p:spPr>
          <a:xfrm>
            <a:off x="359962" y="1247245"/>
            <a:ext cx="11342693" cy="4771919"/>
          </a:xfrm>
          <a:prstGeom prst="rect">
            <a:avLst/>
          </a:prstGeom>
          <a:noFill/>
          <a:ln>
            <a:noFill/>
          </a:ln>
        </p:spPr>
        <p:txBody>
          <a:bodyPr spcFirstLastPara="1" wrap="square" lIns="91425" tIns="91425" rIns="91425" bIns="91425" anchor="t" anchorCtr="0">
            <a:noAutofit/>
          </a:bodyPr>
          <a:lstStyle/>
          <a:p>
            <a:pPr lvl="0">
              <a:lnSpc>
                <a:spcPct val="150000"/>
              </a:lnSpc>
              <a:buClr>
                <a:srgbClr val="000000"/>
              </a:buClr>
              <a:buSzPts val="1400"/>
              <a:defRPr/>
            </a:pPr>
            <a:r>
              <a:rPr sz="1900" b="1" dirty="0" err="1">
                <a:solidFill>
                  <a:srgbClr val="222A35"/>
                </a:solidFill>
                <a:latin typeface="Microsoft YaHei" panose="020B0503020204020204" pitchFamily="34" charset="-122"/>
                <a:ea typeface="Microsoft YaHei" panose="020B0503020204020204" pitchFamily="34" charset="-122"/>
                <a:cs typeface="Microsoft JhengHei"/>
              </a:rPr>
              <a:t>專案經理每天要從會議、看板、訊息裡追「誰該做什麼、做到哪</a:t>
            </a:r>
            <a:r>
              <a:rPr lang="zh-TW" altLang="en-US" sz="1900" b="1" dirty="0">
                <a:solidFill>
                  <a:srgbClr val="222A35"/>
                </a:solidFill>
                <a:latin typeface="Microsoft YaHei" panose="020B0503020204020204" pitchFamily="34" charset="-122"/>
                <a:ea typeface="Microsoft YaHei" panose="020B0503020204020204" pitchFamily="34" charset="-122"/>
                <a:sym typeface="Microsoft JhengHei"/>
              </a:rPr>
              <a:t>」，資訊分散、人工彙整既耗時又容易漏。</a:t>
            </a:r>
          </a:p>
          <a:p>
            <a:pPr>
              <a:lnSpc>
                <a:spcPct val="200000"/>
              </a:lnSpc>
            </a:pPr>
            <a:endParaRPr lang="en-US" altLang="zh-TW" sz="1700" dirty="0">
              <a:solidFill>
                <a:srgbClr val="222A35"/>
              </a:solidFill>
              <a:latin typeface="Microsoft JhengHei"/>
              <a:ea typeface="Microsoft JhengHei"/>
              <a:cs typeface="Microsoft JhengHei"/>
            </a:endParaRPr>
          </a:p>
          <a:p>
            <a:pPr>
              <a:lnSpc>
                <a:spcPct val="200000"/>
              </a:lnSpc>
            </a:pPr>
            <a:endParaRPr lang="zh-TW" altLang="en-US" sz="1700" b="0" dirty="0">
              <a:solidFill>
                <a:srgbClr val="222A35"/>
              </a:solidFill>
              <a:latin typeface="Microsoft JhengHei"/>
              <a:ea typeface="Microsoft JhengHei"/>
              <a:cs typeface="Microsoft JhengHei"/>
            </a:endParaRPr>
          </a:p>
        </p:txBody>
      </p:sp>
      <p:grpSp>
        <p:nvGrpSpPr>
          <p:cNvPr id="21" name="群組 20">
            <a:extLst>
              <a:ext uri="{FF2B5EF4-FFF2-40B4-BE49-F238E27FC236}">
                <a16:creationId xmlns:a16="http://schemas.microsoft.com/office/drawing/2014/main" id="{0EC9D0CB-CA43-4B1B-9780-80C31B60EC25}"/>
              </a:ext>
            </a:extLst>
          </p:cNvPr>
          <p:cNvGrpSpPr/>
          <p:nvPr/>
        </p:nvGrpSpPr>
        <p:grpSpPr>
          <a:xfrm>
            <a:off x="489318" y="3774329"/>
            <a:ext cx="8344260" cy="2119862"/>
            <a:chOff x="489318" y="4053249"/>
            <a:chExt cx="8344260" cy="2119862"/>
          </a:xfrm>
        </p:grpSpPr>
        <p:grpSp>
          <p:nvGrpSpPr>
            <p:cNvPr id="14" name="群組 13">
              <a:extLst>
                <a:ext uri="{FF2B5EF4-FFF2-40B4-BE49-F238E27FC236}">
                  <a16:creationId xmlns:a16="http://schemas.microsoft.com/office/drawing/2014/main" id="{C768EC03-F389-5566-CE8D-89B013CEE115}"/>
                </a:ext>
              </a:extLst>
            </p:cNvPr>
            <p:cNvGrpSpPr/>
            <p:nvPr/>
          </p:nvGrpSpPr>
          <p:grpSpPr>
            <a:xfrm>
              <a:off x="1356616" y="4053249"/>
              <a:ext cx="7476962" cy="2119862"/>
              <a:chOff x="515003" y="2718023"/>
              <a:chExt cx="7476962" cy="2376241"/>
            </a:xfrm>
          </p:grpSpPr>
          <p:sp>
            <p:nvSpPr>
              <p:cNvPr id="3" name="文字方塊 2">
                <a:extLst>
                  <a:ext uri="{FF2B5EF4-FFF2-40B4-BE49-F238E27FC236}">
                    <a16:creationId xmlns:a16="http://schemas.microsoft.com/office/drawing/2014/main" id="{86E442D5-CD6E-6DD2-F1F8-5474C280A7C9}"/>
                  </a:ext>
                </a:extLst>
              </p:cNvPr>
              <p:cNvSpPr txBox="1"/>
              <p:nvPr/>
            </p:nvSpPr>
            <p:spPr>
              <a:xfrm>
                <a:off x="515003" y="3348392"/>
                <a:ext cx="7476962" cy="485134"/>
              </a:xfrm>
              <a:prstGeom prst="roundRect">
                <a:avLst>
                  <a:gd name="adj" fmla="val 50000"/>
                </a:avLst>
              </a:prstGeom>
              <a:solidFill>
                <a:schemeClr val="bg2">
                  <a:lumMod val="20000"/>
                  <a:lumOff val="80000"/>
                </a:schemeClr>
              </a:solidFill>
            </p:spPr>
            <p:txBody>
              <a:bodyPr wrap="square">
                <a:spAutoFit/>
              </a:bodyPr>
              <a:lstStyle/>
              <a:p>
                <a:r>
                  <a:rPr lang="zh-TW" altLang="en-US"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會議</a:t>
                </a:r>
                <a:r>
                  <a:rPr lang="en-US" altLang="zh-TW"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agent</a:t>
                </a:r>
                <a:r>
                  <a:rPr lang="zh-TW" altLang="en-US"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 </a:t>
                </a:r>
                <a:r>
                  <a:rPr lang="en-US" altLang="zh-TW"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 </a:t>
                </a:r>
                <a:r>
                  <a:rPr lang="zh-TW" altLang="en-US"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分析並紀錄會議重點、結論與待追蹤事項</a:t>
                </a:r>
                <a:endParaRPr lang="zh-TW" altLang="en-US" sz="1400" b="1" dirty="0">
                  <a:latin typeface="微軟正黑體" panose="020B0604030504040204" pitchFamily="34" charset="-120"/>
                  <a:ea typeface="微軟正黑體" panose="020B0604030504040204" pitchFamily="34" charset="-120"/>
                </a:endParaRPr>
              </a:p>
            </p:txBody>
          </p:sp>
          <p:sp>
            <p:nvSpPr>
              <p:cNvPr id="8" name="文字方塊 7">
                <a:extLst>
                  <a:ext uri="{FF2B5EF4-FFF2-40B4-BE49-F238E27FC236}">
                    <a16:creationId xmlns:a16="http://schemas.microsoft.com/office/drawing/2014/main" id="{A2256F3E-78CC-D43C-9D54-C9677A2BA704}"/>
                  </a:ext>
                </a:extLst>
              </p:cNvPr>
              <p:cNvSpPr txBox="1"/>
              <p:nvPr/>
            </p:nvSpPr>
            <p:spPr>
              <a:xfrm>
                <a:off x="515003" y="4609130"/>
                <a:ext cx="7476962" cy="485134"/>
              </a:xfrm>
              <a:prstGeom prst="roundRect">
                <a:avLst>
                  <a:gd name="adj" fmla="val 50000"/>
                </a:avLst>
              </a:prstGeom>
              <a:solidFill>
                <a:schemeClr val="bg2">
                  <a:lumMod val="20000"/>
                  <a:lumOff val="80000"/>
                </a:schemeClr>
              </a:solidFill>
            </p:spPr>
            <p:txBody>
              <a:bodyPr wrap="square">
                <a:spAutoFit/>
              </a:bodyPr>
              <a:lstStyle/>
              <a:p>
                <a:r>
                  <a:rPr lang="en-US" altLang="zh-TW"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KPI agent</a:t>
                </a:r>
                <a:r>
                  <a:rPr lang="zh-TW" altLang="en-US"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 </a:t>
                </a:r>
                <a:r>
                  <a:rPr lang="en-US" altLang="zh-TW"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 </a:t>
                </a:r>
                <a:r>
                  <a:rPr lang="zh-TW" altLang="en-US"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將專案節點數據做管理，並知道與總</a:t>
                </a:r>
                <a:r>
                  <a:rPr lang="en-US" altLang="zh-TW"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KPI</a:t>
                </a:r>
                <a:r>
                  <a:rPr lang="zh-TW" altLang="en-US"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還有多少</a:t>
                </a:r>
                <a:r>
                  <a:rPr lang="en-US" altLang="zh-TW"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gap</a:t>
                </a:r>
                <a:endParaRPr lang="zh-TW" altLang="en-US" sz="1400" b="1" dirty="0">
                  <a:latin typeface="微軟正黑體" panose="020B0604030504040204" pitchFamily="34" charset="-120"/>
                  <a:ea typeface="微軟正黑體" panose="020B0604030504040204" pitchFamily="34" charset="-120"/>
                </a:endParaRPr>
              </a:p>
            </p:txBody>
          </p:sp>
          <p:sp>
            <p:nvSpPr>
              <p:cNvPr id="11" name="文字方塊 10">
                <a:extLst>
                  <a:ext uri="{FF2B5EF4-FFF2-40B4-BE49-F238E27FC236}">
                    <a16:creationId xmlns:a16="http://schemas.microsoft.com/office/drawing/2014/main" id="{39D02D02-2C27-2ECD-E196-3D9C10E71E95}"/>
                  </a:ext>
                </a:extLst>
              </p:cNvPr>
              <p:cNvSpPr txBox="1"/>
              <p:nvPr/>
            </p:nvSpPr>
            <p:spPr>
              <a:xfrm>
                <a:off x="515003" y="2718023"/>
                <a:ext cx="7476962" cy="485134"/>
              </a:xfrm>
              <a:prstGeom prst="roundRect">
                <a:avLst>
                  <a:gd name="adj" fmla="val 50000"/>
                </a:avLst>
              </a:prstGeom>
              <a:solidFill>
                <a:schemeClr val="bg2">
                  <a:lumMod val="20000"/>
                  <a:lumOff val="80000"/>
                </a:schemeClr>
              </a:solidFill>
            </p:spPr>
            <p:txBody>
              <a:bodyPr wrap="square">
                <a:spAutoFit/>
              </a:bodyPr>
              <a:lstStyle/>
              <a:p>
                <a:r>
                  <a:rPr lang="zh-TW" altLang="en-US"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數據</a:t>
                </a:r>
                <a:r>
                  <a:rPr lang="en-US" altLang="zh-TW"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agent</a:t>
                </a:r>
                <a:r>
                  <a:rPr lang="zh-TW" altLang="en-US"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 </a:t>
                </a:r>
                <a:r>
                  <a:rPr lang="en-US" altLang="zh-TW"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 </a:t>
                </a:r>
                <a:r>
                  <a:rPr lang="zh-TW" altLang="en-US"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透過自建之</a:t>
                </a:r>
                <a:r>
                  <a:rPr lang="en-US" altLang="zh-TW"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CUBE</a:t>
                </a:r>
                <a:r>
                  <a:rPr lang="zh-TW" altLang="en-US"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與神策</a:t>
                </a:r>
                <a:r>
                  <a:rPr lang="en-US" altLang="zh-TW"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skill</a:t>
                </a:r>
                <a:r>
                  <a:rPr lang="zh-TW" altLang="en-US"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來協助固定資料拉取</a:t>
                </a:r>
                <a:endParaRPr lang="zh-TW" altLang="en-US" sz="1400" b="1" dirty="0">
                  <a:latin typeface="微軟正黑體" panose="020B0604030504040204" pitchFamily="34" charset="-120"/>
                  <a:ea typeface="微軟正黑體" panose="020B0604030504040204" pitchFamily="34" charset="-120"/>
                </a:endParaRPr>
              </a:p>
            </p:txBody>
          </p:sp>
          <p:sp>
            <p:nvSpPr>
              <p:cNvPr id="4" name="文字方塊 3">
                <a:extLst>
                  <a:ext uri="{FF2B5EF4-FFF2-40B4-BE49-F238E27FC236}">
                    <a16:creationId xmlns:a16="http://schemas.microsoft.com/office/drawing/2014/main" id="{361EB62E-984A-3DF3-8A3D-65088788322C}"/>
                  </a:ext>
                </a:extLst>
              </p:cNvPr>
              <p:cNvSpPr txBox="1"/>
              <p:nvPr/>
            </p:nvSpPr>
            <p:spPr>
              <a:xfrm>
                <a:off x="515003" y="3978762"/>
                <a:ext cx="7476962" cy="485134"/>
              </a:xfrm>
              <a:prstGeom prst="roundRect">
                <a:avLst>
                  <a:gd name="adj" fmla="val 50000"/>
                </a:avLst>
              </a:prstGeom>
              <a:solidFill>
                <a:schemeClr val="bg2">
                  <a:lumMod val="20000"/>
                  <a:lumOff val="80000"/>
                </a:schemeClr>
              </a:solidFill>
            </p:spPr>
            <p:txBody>
              <a:bodyPr wrap="square">
                <a:spAutoFit/>
              </a:bodyPr>
              <a:lstStyle/>
              <a:p>
                <a:r>
                  <a:rPr lang="zh-TW" altLang="en-US"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進度</a:t>
                </a:r>
                <a:r>
                  <a:rPr lang="en-US" altLang="zh-TW"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agent</a:t>
                </a:r>
                <a:r>
                  <a:rPr lang="zh-TW" altLang="en-US"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 </a:t>
                </a:r>
                <a:r>
                  <a:rPr lang="en-US" altLang="zh-TW"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 </a:t>
                </a:r>
                <a:r>
                  <a:rPr lang="zh-TW" altLang="en-US" sz="1400" b="1" dirty="0">
                    <a:solidFill>
                      <a:srgbClr val="222A35"/>
                    </a:solidFill>
                    <a:latin typeface="微軟正黑體" panose="020B0604030504040204" pitchFamily="34" charset="-120"/>
                    <a:ea typeface="微軟正黑體" panose="020B0604030504040204" pitchFamily="34" charset="-120"/>
                    <a:cs typeface="Microsoft JhengHei"/>
                    <a:sym typeface="Wingdings" panose="05000000000000000000" pitchFamily="2" charset="2"/>
                  </a:rPr>
                  <a:t>將指派任育瑜時間內未完成，發派通知給專案成員</a:t>
                </a:r>
                <a:endParaRPr lang="zh-TW" altLang="en-US" sz="1400" b="1" dirty="0">
                  <a:latin typeface="微軟正黑體" panose="020B0604030504040204" pitchFamily="34" charset="-120"/>
                  <a:ea typeface="微軟正黑體" panose="020B0604030504040204" pitchFamily="34" charset="-120"/>
                </a:endParaRPr>
              </a:p>
            </p:txBody>
          </p:sp>
        </p:grpSp>
        <p:sp>
          <p:nvSpPr>
            <p:cNvPr id="16" name="文字方塊 15">
              <a:extLst>
                <a:ext uri="{FF2B5EF4-FFF2-40B4-BE49-F238E27FC236}">
                  <a16:creationId xmlns:a16="http://schemas.microsoft.com/office/drawing/2014/main" id="{FA83FE7E-2E4F-534A-CAA9-65871A1D13E9}"/>
                </a:ext>
              </a:extLst>
            </p:cNvPr>
            <p:cNvSpPr txBox="1"/>
            <p:nvPr/>
          </p:nvSpPr>
          <p:spPr>
            <a:xfrm>
              <a:off x="489318" y="4053249"/>
              <a:ext cx="492443" cy="2119862"/>
            </a:xfrm>
            <a:prstGeom prst="rect">
              <a:avLst/>
            </a:prstGeom>
            <a:solidFill>
              <a:schemeClr val="accent1">
                <a:lumMod val="20000"/>
                <a:lumOff val="80000"/>
              </a:schemeClr>
            </a:solidFill>
          </p:spPr>
          <p:txBody>
            <a:bodyPr vert="eaVert" wrap="square">
              <a:spAutoFit/>
            </a:bodyPr>
            <a:lstStyle/>
            <a:p>
              <a:pPr algn="ctr"/>
              <a:r>
                <a:rPr lang="zh-TW" altLang="en-US" sz="2000" b="1" kern="0" dirty="0">
                  <a:solidFill>
                    <a:srgbClr val="647582"/>
                  </a:solidFill>
                  <a:latin typeface="Microsoft YaHei" panose="020B0503020204020204" pitchFamily="34" charset="-122"/>
                  <a:ea typeface="Microsoft YaHei" panose="020B0503020204020204" pitchFamily="34" charset="-122"/>
                  <a:sym typeface="Microsoft JhengHei"/>
                </a:rPr>
                <a:t> 設 計 解 方</a:t>
              </a:r>
              <a:endParaRPr lang="zh-TW" altLang="en-US" sz="2000" dirty="0">
                <a:solidFill>
                  <a:srgbClr val="647582"/>
                </a:solidFill>
                <a:latin typeface="Microsoft YaHei" panose="020B0503020204020204" pitchFamily="34" charset="-122"/>
                <a:ea typeface="Microsoft YaHei" panose="020B0503020204020204" pitchFamily="34" charset="-122"/>
              </a:endParaRPr>
            </a:p>
          </p:txBody>
        </p:sp>
      </p:grpSp>
      <p:grpSp>
        <p:nvGrpSpPr>
          <p:cNvPr id="22" name="群組 21">
            <a:extLst>
              <a:ext uri="{FF2B5EF4-FFF2-40B4-BE49-F238E27FC236}">
                <a16:creationId xmlns:a16="http://schemas.microsoft.com/office/drawing/2014/main" id="{0CCA031C-2E5A-029F-800F-982F82331F2F}"/>
              </a:ext>
            </a:extLst>
          </p:cNvPr>
          <p:cNvGrpSpPr/>
          <p:nvPr/>
        </p:nvGrpSpPr>
        <p:grpSpPr>
          <a:xfrm>
            <a:off x="489318" y="2119556"/>
            <a:ext cx="8304389" cy="1345368"/>
            <a:chOff x="489318" y="2119556"/>
            <a:chExt cx="8304389" cy="1345368"/>
          </a:xfrm>
        </p:grpSpPr>
        <p:sp>
          <p:nvSpPr>
            <p:cNvPr id="18" name="文字方塊 17">
              <a:extLst>
                <a:ext uri="{FF2B5EF4-FFF2-40B4-BE49-F238E27FC236}">
                  <a16:creationId xmlns:a16="http://schemas.microsoft.com/office/drawing/2014/main" id="{0AC1F3C6-83DB-17B9-0101-477EBBA98FDE}"/>
                </a:ext>
              </a:extLst>
            </p:cNvPr>
            <p:cNvSpPr txBox="1"/>
            <p:nvPr/>
          </p:nvSpPr>
          <p:spPr>
            <a:xfrm>
              <a:off x="1356616" y="2119556"/>
              <a:ext cx="7437091" cy="1345368"/>
            </a:xfrm>
            <a:prstGeom prst="rect">
              <a:avLst/>
            </a:prstGeom>
            <a:solidFill>
              <a:schemeClr val="accent2">
                <a:lumMod val="20000"/>
                <a:lumOff val="80000"/>
              </a:schemeClr>
            </a:solidFill>
          </p:spPr>
          <p:txBody>
            <a:bodyPr wrap="square">
              <a:spAutoFit/>
            </a:bodyPr>
            <a:lstStyle/>
            <a:p>
              <a:pPr marL="285750" lvl="0" indent="-285750">
                <a:lnSpc>
                  <a:spcPct val="150000"/>
                </a:lnSpc>
                <a:buClr>
                  <a:srgbClr val="000000"/>
                </a:buClr>
                <a:buSzPts val="1400"/>
                <a:buFont typeface="Arial" panose="020B0604020202020204" pitchFamily="34" charset="0"/>
                <a:buChar char="•"/>
                <a:defRPr/>
              </a:pPr>
              <a:r>
                <a:rPr lang="zh-TW" altLang="en-US" sz="1400" kern="0" dirty="0">
                  <a:solidFill>
                    <a:srgbClr val="000000"/>
                  </a:solidFill>
                  <a:latin typeface="Microsoft JhengHei"/>
                  <a:ea typeface="Microsoft JhengHei"/>
                  <a:cs typeface="Microsoft JhengHei"/>
                  <a:sym typeface="Microsoft JhengHei"/>
                </a:rPr>
                <a:t>成效要自己進 </a:t>
              </a:r>
              <a:r>
                <a:rPr lang="en-US" altLang="zh-TW" sz="1400" kern="0" dirty="0">
                  <a:solidFill>
                    <a:srgbClr val="000000"/>
                  </a:solidFill>
                  <a:latin typeface="Microsoft JhengHei"/>
                  <a:ea typeface="Microsoft JhengHei"/>
                  <a:cs typeface="Microsoft JhengHei"/>
                  <a:sym typeface="Microsoft JhengHei"/>
                </a:rPr>
                <a:t>CUBE</a:t>
              </a:r>
              <a:r>
                <a:rPr lang="zh-TW" altLang="en-US" sz="1400" kern="0" dirty="0">
                  <a:solidFill>
                    <a:srgbClr val="000000"/>
                  </a:solidFill>
                  <a:latin typeface="Microsoft JhengHei"/>
                  <a:ea typeface="Microsoft JhengHei"/>
                  <a:cs typeface="Microsoft JhengHei"/>
                  <a:sym typeface="Microsoft JhengHei"/>
                </a:rPr>
                <a:t>／神策一頁頁撈數，再人工對 </a:t>
              </a:r>
              <a:r>
                <a:rPr lang="en-US" altLang="zh-TW" sz="1400" kern="0" dirty="0">
                  <a:solidFill>
                    <a:srgbClr val="000000"/>
                  </a:solidFill>
                  <a:latin typeface="Microsoft JhengHei"/>
                  <a:ea typeface="Microsoft JhengHei"/>
                  <a:cs typeface="Microsoft JhengHei"/>
                  <a:sym typeface="Microsoft JhengHei"/>
                </a:rPr>
                <a:t>KPI </a:t>
              </a:r>
              <a:r>
                <a:rPr lang="zh-TW" altLang="en-US" sz="1400" kern="0" dirty="0">
                  <a:solidFill>
                    <a:srgbClr val="000000"/>
                  </a:solidFill>
                  <a:latin typeface="Microsoft JhengHei"/>
                  <a:ea typeface="Microsoft JhengHei"/>
                  <a:cs typeface="Microsoft JhengHei"/>
                  <a:sym typeface="Microsoft JhengHei"/>
                </a:rPr>
                <a:t>目標算缺口，慢又容易出錯</a:t>
              </a:r>
              <a:endParaRPr kumimoji="0" lang="zh-TW" altLang="en-US" sz="1400" b="1" i="0" u="none" strike="noStrike" kern="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icrosoft JhengHei"/>
                <a:sym typeface="Microsoft JhengHei"/>
              </a:endParaRPr>
            </a:p>
            <a:p>
              <a:pPr marL="285750" indent="-285750">
                <a:lnSpc>
                  <a:spcPct val="150000"/>
                </a:lnSpc>
                <a:buFont typeface="Arial" panose="020B0604020202020204" pitchFamily="34" charset="0"/>
                <a:buChar char="•"/>
              </a:pPr>
              <a:r>
                <a:rPr lang="zh-TW" altLang="en-US" sz="1400" b="0" dirty="0">
                  <a:solidFill>
                    <a:srgbClr val="222A35"/>
                  </a:solidFill>
                  <a:latin typeface="Microsoft JhengHei"/>
                  <a:ea typeface="Microsoft JhengHei"/>
                  <a:cs typeface="Microsoft JhengHei"/>
                </a:rPr>
                <a:t>會議結論散在各小專案，會後整理待辦、派單要重看一遍，很花時間</a:t>
              </a:r>
            </a:p>
            <a:p>
              <a:pPr marL="285750" indent="-285750">
                <a:lnSpc>
                  <a:spcPct val="150000"/>
                </a:lnSpc>
                <a:buFont typeface="Arial" panose="020B0604020202020204" pitchFamily="34" charset="0"/>
                <a:buChar char="•"/>
              </a:pPr>
              <a:r>
                <a:rPr lang="zh-TW" altLang="en-US" sz="1400" b="0" dirty="0">
                  <a:solidFill>
                    <a:srgbClr val="222A35"/>
                  </a:solidFill>
                  <a:latin typeface="Microsoft JhengHei"/>
                  <a:ea typeface="Microsoft JhengHei"/>
                  <a:cs typeface="Microsoft JhengHei"/>
                </a:rPr>
                <a:t>催辦靠 </a:t>
              </a:r>
              <a:r>
                <a:rPr lang="en-US" altLang="zh-TW" sz="1400" b="0" dirty="0">
                  <a:solidFill>
                    <a:srgbClr val="222A35"/>
                  </a:solidFill>
                  <a:latin typeface="Microsoft JhengHei"/>
                  <a:ea typeface="Microsoft JhengHei"/>
                  <a:cs typeface="Microsoft JhengHei"/>
                </a:rPr>
                <a:t>PM </a:t>
              </a:r>
              <a:r>
                <a:rPr lang="zh-TW" altLang="en-US" sz="1400" b="0" dirty="0">
                  <a:solidFill>
                    <a:srgbClr val="222A35"/>
                  </a:solidFill>
                  <a:latin typeface="Microsoft JhengHei"/>
                  <a:ea typeface="Microsoft JhengHei"/>
                  <a:cs typeface="Microsoft JhengHei"/>
                </a:rPr>
                <a:t>記憶與人情，標準不一，重要的事說忘就忘</a:t>
              </a:r>
            </a:p>
            <a:p>
              <a:pPr marL="285750" indent="-285750">
                <a:lnSpc>
                  <a:spcPct val="150000"/>
                </a:lnSpc>
                <a:buFont typeface="Arial" panose="020B0604020202020204" pitchFamily="34" charset="0"/>
                <a:buChar char="•"/>
              </a:pPr>
              <a:r>
                <a:rPr lang="zh-TW" altLang="en-US" sz="1400" kern="0" dirty="0">
                  <a:solidFill>
                    <a:srgbClr val="000000"/>
                  </a:solidFill>
                  <a:latin typeface="Microsoft JhengHei"/>
                  <a:ea typeface="Microsoft JhengHei"/>
                  <a:cs typeface="Microsoft JhengHei"/>
                  <a:sym typeface="Microsoft JhengHei"/>
                </a:rPr>
                <a:t>進度分散在 </a:t>
              </a:r>
              <a:r>
                <a:rPr lang="en-US" altLang="zh-TW" sz="1400" kern="0" dirty="0">
                  <a:solidFill>
                    <a:srgbClr val="000000"/>
                  </a:solidFill>
                  <a:latin typeface="Microsoft JhengHei"/>
                  <a:ea typeface="Microsoft JhengHei"/>
                  <a:cs typeface="Microsoft JhengHei"/>
                  <a:sym typeface="Microsoft JhengHei"/>
                </a:rPr>
                <a:t>Planner</a:t>
              </a:r>
              <a:r>
                <a:rPr lang="zh-TW" altLang="en-US" sz="1400" kern="0" dirty="0">
                  <a:solidFill>
                    <a:srgbClr val="000000"/>
                  </a:solidFill>
                  <a:latin typeface="Microsoft JhengHei"/>
                  <a:ea typeface="Microsoft JhengHei"/>
                  <a:cs typeface="Microsoft JhengHei"/>
                  <a:sym typeface="Microsoft JhengHei"/>
                </a:rPr>
                <a:t>／</a:t>
              </a:r>
              <a:r>
                <a:rPr lang="en-US" altLang="zh-TW" sz="1400" kern="0" dirty="0">
                  <a:solidFill>
                    <a:srgbClr val="000000"/>
                  </a:solidFill>
                  <a:latin typeface="Microsoft JhengHei"/>
                  <a:ea typeface="Microsoft JhengHei"/>
                  <a:cs typeface="Microsoft JhengHei"/>
                  <a:sym typeface="Microsoft JhengHei"/>
                </a:rPr>
                <a:t>Teams</a:t>
              </a:r>
              <a:r>
                <a:rPr lang="zh-TW" altLang="en-US" sz="1400" kern="0" dirty="0">
                  <a:solidFill>
                    <a:srgbClr val="000000"/>
                  </a:solidFill>
                  <a:latin typeface="Microsoft JhengHei"/>
                  <a:ea typeface="Microsoft JhengHei"/>
                  <a:cs typeface="Microsoft JhengHei"/>
                  <a:sym typeface="Microsoft JhengHei"/>
                </a:rPr>
                <a:t>，逾期靠人工追、常常漏催，也缺一眼看懂的甘特</a:t>
              </a:r>
            </a:p>
          </p:txBody>
        </p:sp>
        <p:sp>
          <p:nvSpPr>
            <p:cNvPr id="20" name="文字方塊 19">
              <a:extLst>
                <a:ext uri="{FF2B5EF4-FFF2-40B4-BE49-F238E27FC236}">
                  <a16:creationId xmlns:a16="http://schemas.microsoft.com/office/drawing/2014/main" id="{D5599C20-50DF-7D9F-4068-F0799538999F}"/>
                </a:ext>
              </a:extLst>
            </p:cNvPr>
            <p:cNvSpPr txBox="1"/>
            <p:nvPr/>
          </p:nvSpPr>
          <p:spPr>
            <a:xfrm>
              <a:off x="489318" y="2119556"/>
              <a:ext cx="492443" cy="1345368"/>
            </a:xfrm>
            <a:prstGeom prst="rect">
              <a:avLst/>
            </a:prstGeom>
            <a:solidFill>
              <a:schemeClr val="accent2">
                <a:lumMod val="20000"/>
                <a:lumOff val="80000"/>
              </a:schemeClr>
            </a:solidFill>
          </p:spPr>
          <p:txBody>
            <a:bodyPr vert="eaVert" wrap="square">
              <a:spAutoFit/>
            </a:bodyPr>
            <a:lstStyle/>
            <a:p>
              <a:pPr algn="ctr"/>
              <a:r>
                <a:rPr lang="zh-TW" altLang="en-US" sz="2000" b="1" kern="0" dirty="0">
                  <a:solidFill>
                    <a:schemeClr val="accent2"/>
                  </a:solidFill>
                  <a:latin typeface="Microsoft YaHei" panose="020B0503020204020204" pitchFamily="34" charset="-122"/>
                  <a:ea typeface="Microsoft YaHei" panose="020B0503020204020204" pitchFamily="34" charset="-122"/>
                  <a:sym typeface="Microsoft JhengHei"/>
                </a:rPr>
                <a:t>日 常 痛 點</a:t>
              </a:r>
              <a:endParaRPr lang="zh-TW" altLang="en-US" sz="2000" dirty="0">
                <a:solidFill>
                  <a:schemeClr val="accent2"/>
                </a:solidFill>
                <a:latin typeface="Microsoft YaHei" panose="020B0503020204020204" pitchFamily="34" charset="-122"/>
                <a:ea typeface="Microsoft YaHei"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
          <p:cNvSpPr txBox="1">
            <a:spLocks noGrp="1"/>
          </p:cNvSpPr>
          <p:nvPr>
            <p:ph type="title"/>
          </p:nvPr>
        </p:nvSpPr>
        <p:spPr>
          <a:xfrm>
            <a:off x="365895" y="150922"/>
            <a:ext cx="11342694" cy="6352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zh-TW" sz="2800" b="1"/>
              <a:t>痛點對應解法與 Agent 目標使用者樣貌</a:t>
            </a:r>
            <a:endParaRPr/>
          </a:p>
        </p:txBody>
      </p:sp>
      <p:sp>
        <p:nvSpPr>
          <p:cNvPr id="45" name="Google Shape;45;p1"/>
          <p:cNvSpPr txBox="1"/>
          <p:nvPr/>
        </p:nvSpPr>
        <p:spPr>
          <a:xfrm>
            <a:off x="365895" y="955131"/>
            <a:ext cx="7693150"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0000"/>
              </a:buClr>
              <a:buSzPts val="1800"/>
              <a:buFont typeface="Arial"/>
              <a:buNone/>
              <a:tabLst/>
              <a:defRPr/>
            </a:pPr>
            <a:r>
              <a:rPr kumimoji="0" lang="zh-TW" altLang="en-US" sz="1800" b="1" i="0" u="none" strike="noStrike" kern="0" cap="none" spc="0" normalizeH="0" baseline="0" noProof="0" dirty="0">
                <a:ln>
                  <a:noFill/>
                </a:ln>
                <a:solidFill>
                  <a:srgbClr val="FF0000"/>
                </a:solidFill>
                <a:effectLst/>
                <a:uLnTx/>
                <a:uFillTx/>
                <a:latin typeface="Microsoft JhengHei"/>
                <a:ea typeface="Microsoft JhengHei"/>
                <a:cs typeface="Microsoft JhengHei"/>
                <a:sym typeface="Microsoft JhengHei"/>
              </a:rPr>
              <a:t>對應痛點的核心解法，並且詳述 </a:t>
            </a:r>
            <a:r>
              <a:rPr kumimoji="0" lang="en-US" altLang="zh-TW" sz="1800" b="1" i="0" u="none" strike="noStrike" kern="0" cap="none" spc="0" normalizeH="0" baseline="0" noProof="0" dirty="0">
                <a:ln>
                  <a:noFill/>
                </a:ln>
                <a:solidFill>
                  <a:srgbClr val="FF0000"/>
                </a:solidFill>
                <a:effectLst/>
                <a:uLnTx/>
                <a:uFillTx/>
                <a:latin typeface="Microsoft JhengHei"/>
                <a:ea typeface="Microsoft JhengHei"/>
                <a:cs typeface="Microsoft JhengHei"/>
                <a:sym typeface="Microsoft JhengHei"/>
              </a:rPr>
              <a:t>Agent </a:t>
            </a:r>
            <a:r>
              <a:rPr kumimoji="0" lang="zh-TW" altLang="en-US" sz="1800" b="1" i="0" u="none" strike="noStrike" kern="0" cap="none" spc="0" normalizeH="0" baseline="0" noProof="0" dirty="0">
                <a:ln>
                  <a:noFill/>
                </a:ln>
                <a:solidFill>
                  <a:srgbClr val="FF0000"/>
                </a:solidFill>
                <a:effectLst/>
                <a:uLnTx/>
                <a:uFillTx/>
                <a:latin typeface="Microsoft JhengHei"/>
                <a:ea typeface="Microsoft JhengHei"/>
                <a:cs typeface="Microsoft JhengHei"/>
                <a:sym typeface="Microsoft JhengHei"/>
              </a:rPr>
              <a:t>應用的目標對象／客群</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46" name="Google Shape;46;p1"/>
          <p:cNvSpPr txBox="1"/>
          <p:nvPr/>
        </p:nvSpPr>
        <p:spPr>
          <a:xfrm>
            <a:off x="365895" y="1324463"/>
            <a:ext cx="11342693" cy="635226"/>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kumimoji="0" sz="1400" b="1" i="0" u="none" strike="noStrike" kern="1200" cap="none" spc="0" normalizeH="0" baseline="0" noProof="0" dirty="0" err="1">
                <a:ln>
                  <a:noFill/>
                </a:ln>
                <a:solidFill>
                  <a:srgbClr val="000000"/>
                </a:solidFill>
                <a:effectLst/>
                <a:uLnTx/>
                <a:uFillTx/>
                <a:latin typeface="Microsoft JhengHei"/>
                <a:ea typeface="Microsoft JhengHei"/>
                <a:cs typeface="+mn-cs"/>
              </a:rPr>
              <a:t>核心解法：組一支「AIPM」多</a:t>
            </a:r>
            <a:r>
              <a:rPr kumimoji="0" sz="1400" b="1" i="0" u="none" strike="noStrike" kern="1200" cap="none" spc="0" normalizeH="0" baseline="0" noProof="0" dirty="0">
                <a:ln>
                  <a:noFill/>
                </a:ln>
                <a:solidFill>
                  <a:srgbClr val="000000"/>
                </a:solidFill>
                <a:effectLst/>
                <a:uLnTx/>
                <a:uFillTx/>
                <a:latin typeface="Microsoft JhengHei"/>
                <a:ea typeface="Microsoft JhengHei"/>
                <a:cs typeface="+mn-cs"/>
              </a:rPr>
              <a:t> Agent </a:t>
            </a:r>
            <a:r>
              <a:rPr kumimoji="0" sz="1400" b="1" i="0" u="none" strike="noStrike" kern="1200" cap="none" spc="0" normalizeH="0" baseline="0" noProof="0" dirty="0" err="1">
                <a:ln>
                  <a:noFill/>
                </a:ln>
                <a:solidFill>
                  <a:srgbClr val="000000"/>
                </a:solidFill>
                <a:effectLst/>
                <a:uLnTx/>
                <a:uFillTx/>
                <a:latin typeface="Microsoft JhengHei"/>
                <a:ea typeface="Microsoft JhengHei"/>
                <a:cs typeface="+mn-cs"/>
              </a:rPr>
              <a:t>團隊</a:t>
            </a:r>
            <a:r>
              <a:rPr kumimoji="0" sz="1400" b="1" i="0" u="none" strike="noStrike" kern="1200" cap="none" spc="0" normalizeH="0" baseline="0" noProof="0" dirty="0">
                <a:ln>
                  <a:noFill/>
                </a:ln>
                <a:solidFill>
                  <a:srgbClr val="000000"/>
                </a:solidFill>
                <a:effectLst/>
                <a:uLnTx/>
                <a:uFillTx/>
                <a:latin typeface="Microsoft JhengHei"/>
                <a:ea typeface="Microsoft JhengHei"/>
                <a:cs typeface="+mn-cs"/>
              </a:rPr>
              <a:t>——</a:t>
            </a:r>
            <a:r>
              <a:rPr kumimoji="0" sz="1400" b="1" i="0" u="none" strike="noStrike" kern="1200" cap="none" spc="0" normalizeH="0" baseline="0" noProof="0" dirty="0" err="1">
                <a:ln>
                  <a:noFill/>
                </a:ln>
                <a:solidFill>
                  <a:srgbClr val="000000"/>
                </a:solidFill>
                <a:effectLst/>
                <a:uLnTx/>
                <a:uFillTx/>
                <a:latin typeface="Microsoft JhengHei"/>
                <a:ea typeface="Microsoft JhengHei"/>
                <a:cs typeface="+mn-cs"/>
              </a:rPr>
              <a:t>會議記錄／時程／數據／KPI</a:t>
            </a:r>
            <a:r>
              <a:rPr kumimoji="0" sz="1400" b="1" i="0" u="none" strike="noStrike" kern="1200" cap="none" spc="0" normalizeH="0" baseline="0" noProof="0" dirty="0">
                <a:ln>
                  <a:noFill/>
                </a:ln>
                <a:solidFill>
                  <a:srgbClr val="000000"/>
                </a:solidFill>
                <a:effectLst/>
                <a:uLnTx/>
                <a:uFillTx/>
                <a:latin typeface="Microsoft JhengHei"/>
                <a:ea typeface="Microsoft JhengHei"/>
                <a:cs typeface="+mn-cs"/>
              </a:rPr>
              <a:t> </a:t>
            </a:r>
            <a:r>
              <a:rPr kumimoji="0" sz="1400" b="1" i="0" u="none" strike="noStrike" kern="1200" cap="none" spc="0" normalizeH="0" baseline="0" noProof="0" dirty="0" err="1">
                <a:ln>
                  <a:noFill/>
                </a:ln>
                <a:solidFill>
                  <a:srgbClr val="000000"/>
                </a:solidFill>
                <a:effectLst/>
                <a:uLnTx/>
                <a:uFillTx/>
                <a:latin typeface="Microsoft JhengHei"/>
                <a:ea typeface="Microsoft JhengHei"/>
                <a:cs typeface="+mn-cs"/>
              </a:rPr>
              <a:t>共用</a:t>
            </a:r>
            <a:r>
              <a:rPr kumimoji="0" sz="1400" b="1" i="0" u="none" strike="noStrike" kern="1200" cap="none" spc="0" normalizeH="0" baseline="0" noProof="0" dirty="0">
                <a:ln>
                  <a:noFill/>
                </a:ln>
                <a:solidFill>
                  <a:srgbClr val="000000"/>
                </a:solidFill>
                <a:effectLst/>
                <a:uLnTx/>
                <a:uFillTx/>
                <a:latin typeface="Microsoft JhengHei"/>
                <a:ea typeface="Microsoft JhengHei"/>
                <a:cs typeface="+mn-cs"/>
              </a:rPr>
              <a:t> </a:t>
            </a:r>
            <a:r>
              <a:rPr kumimoji="0" sz="1400" b="1" i="0" u="none" strike="noStrike" kern="1200" cap="none" spc="0" normalizeH="0" baseline="0" noProof="0" dirty="0" err="1">
                <a:ln>
                  <a:noFill/>
                </a:ln>
                <a:solidFill>
                  <a:srgbClr val="000000"/>
                </a:solidFill>
                <a:effectLst/>
                <a:uLnTx/>
                <a:uFillTx/>
                <a:latin typeface="Microsoft JhengHei"/>
                <a:ea typeface="Microsoft JhengHei"/>
                <a:cs typeface="+mn-cs"/>
              </a:rPr>
              <a:t>Planner＋SharePoint</a:t>
            </a:r>
            <a:r>
              <a:rPr kumimoji="0" sz="1400" b="1" i="0" u="none" strike="noStrike" kern="1200" cap="none" spc="0" normalizeH="0" baseline="0" noProof="0" dirty="0">
                <a:ln>
                  <a:noFill/>
                </a:ln>
                <a:solidFill>
                  <a:srgbClr val="000000"/>
                </a:solidFill>
                <a:effectLst/>
                <a:uLnTx/>
                <a:uFillTx/>
                <a:latin typeface="Microsoft JhengHei"/>
                <a:ea typeface="Microsoft JhengHei"/>
                <a:cs typeface="+mn-cs"/>
              </a:rPr>
              <a:t> </a:t>
            </a:r>
            <a:r>
              <a:rPr kumimoji="0" sz="1400" b="1" i="0" u="none" strike="noStrike" kern="1200" cap="none" spc="0" normalizeH="0" baseline="0" noProof="0" dirty="0" err="1">
                <a:ln>
                  <a:noFill/>
                </a:ln>
                <a:solidFill>
                  <a:srgbClr val="000000"/>
                </a:solidFill>
                <a:effectLst/>
                <a:uLnTx/>
                <a:uFillTx/>
                <a:latin typeface="Microsoft JhengHei"/>
                <a:ea typeface="Microsoft JhengHei"/>
                <a:cs typeface="+mn-cs"/>
              </a:rPr>
              <a:t>資料層協作，PM</a:t>
            </a:r>
            <a:r>
              <a:rPr kumimoji="0" sz="1400" b="1" i="0" u="none" strike="noStrike" kern="1200" cap="none" spc="0" normalizeH="0" baseline="0" noProof="0" dirty="0">
                <a:ln>
                  <a:noFill/>
                </a:ln>
                <a:solidFill>
                  <a:srgbClr val="000000"/>
                </a:solidFill>
                <a:effectLst/>
                <a:uLnTx/>
                <a:uFillTx/>
                <a:latin typeface="Microsoft JhengHei"/>
                <a:ea typeface="Microsoft JhengHei"/>
                <a:cs typeface="+mn-cs"/>
              </a:rPr>
              <a:t> </a:t>
            </a:r>
            <a:r>
              <a:rPr kumimoji="0" sz="1400" b="1" i="0" u="none" strike="noStrike" kern="1200" cap="none" spc="0" normalizeH="0" baseline="0" noProof="0" dirty="0" err="1">
                <a:ln>
                  <a:noFill/>
                </a:ln>
                <a:solidFill>
                  <a:srgbClr val="000000"/>
                </a:solidFill>
                <a:effectLst/>
                <a:uLnTx/>
                <a:uFillTx/>
                <a:latin typeface="Microsoft JhengHei"/>
                <a:ea typeface="Microsoft JhengHei"/>
                <a:cs typeface="+mn-cs"/>
              </a:rPr>
              <a:t>只需按確認</a:t>
            </a:r>
            <a:r>
              <a:rPr kumimoji="0" sz="1400" b="1" i="0" u="none" strike="noStrike" kern="1200" cap="none" spc="0" normalizeH="0" baseline="0" noProof="0" dirty="0">
                <a:ln>
                  <a:noFill/>
                </a:ln>
                <a:solidFill>
                  <a:srgbClr val="000000"/>
                </a:solidFill>
                <a:effectLst/>
                <a:uLnTx/>
                <a:uFillTx/>
                <a:latin typeface="Microsoft JhengHei"/>
                <a:ea typeface="Microsoft JhengHei"/>
                <a:cs typeface="+mn-cs"/>
              </a:rPr>
              <a:t>。</a:t>
            </a:r>
            <a:endParaRPr kumimoji="0" sz="1400" b="1"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endParaRP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kumimoji="0" sz="1400" b="1" i="0" u="none" strike="noStrike" kern="1200" cap="none" spc="0" normalizeH="0" baseline="0" noProof="0" dirty="0" err="1">
                <a:ln>
                  <a:noFill/>
                </a:ln>
                <a:solidFill>
                  <a:srgbClr val="000000"/>
                </a:solidFill>
                <a:effectLst/>
                <a:uLnTx/>
                <a:uFillTx/>
                <a:latin typeface="Microsoft JhengHei"/>
                <a:ea typeface="Microsoft JhengHei"/>
                <a:cs typeface="+mn-cs"/>
              </a:rPr>
              <a:t>目標對象：專案經理與跨部門專案成員</a:t>
            </a:r>
            <a:endParaRPr kumimoji="0" sz="1400" b="1" i="0" u="none" strike="noStrike" kern="1200" cap="none" spc="0" normalizeH="0" baseline="0" noProof="0" dirty="0">
              <a:ln>
                <a:noFill/>
              </a:ln>
              <a:solidFill>
                <a:srgbClr val="000000"/>
              </a:solidFill>
              <a:effectLst/>
              <a:uLnTx/>
              <a:uFillTx/>
              <a:latin typeface="Microsoft JhengHei"/>
              <a:ea typeface="Microsoft JhengHei"/>
              <a:cs typeface="+mn-cs"/>
            </a:endParaRPr>
          </a:p>
        </p:txBody>
      </p:sp>
      <p:sp>
        <p:nvSpPr>
          <p:cNvPr id="47" name="Google Shape;47;p1"/>
          <p:cNvSpPr/>
          <p:nvPr/>
        </p:nvSpPr>
        <p:spPr>
          <a:xfrm>
            <a:off x="4631877" y="2297591"/>
            <a:ext cx="2928245" cy="3810000"/>
          </a:xfrm>
          <a:prstGeom prst="rect">
            <a:avLst/>
          </a:prstGeom>
          <a:noFill/>
          <a:ln w="25400" cap="flat" cmpd="sng">
            <a:solidFill>
              <a:srgbClr val="DAA3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48" name="Google Shape;48;p1"/>
          <p:cNvSpPr txBox="1"/>
          <p:nvPr/>
        </p:nvSpPr>
        <p:spPr>
          <a:xfrm>
            <a:off x="4631877" y="2297591"/>
            <a:ext cx="2928245" cy="375937"/>
          </a:xfrm>
          <a:prstGeom prst="rect">
            <a:avLst/>
          </a:prstGeom>
          <a:solidFill>
            <a:srgbClr val="DAA360"/>
          </a:solid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zh-TW" altLang="en-US"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處理</a:t>
            </a:r>
            <a:endParaRPr kumimoji="0"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endParaRPr>
          </a:p>
        </p:txBody>
      </p:sp>
      <p:sp>
        <p:nvSpPr>
          <p:cNvPr id="49" name="Google Shape;49;p1"/>
          <p:cNvSpPr txBox="1"/>
          <p:nvPr/>
        </p:nvSpPr>
        <p:spPr>
          <a:xfrm>
            <a:off x="4631877" y="2835906"/>
            <a:ext cx="2928245" cy="329316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50000"/>
              </a:lnSpc>
              <a:spcBef>
                <a:spcPts val="0"/>
              </a:spcBef>
              <a:spcAft>
                <a:spcPts val="600"/>
              </a:spcAft>
              <a:buClr>
                <a:srgbClr val="000000"/>
              </a:buClr>
              <a:buSzPts val="1400"/>
              <a:buFont typeface="Arial"/>
              <a:buNone/>
              <a:tabLst/>
              <a:defRPr/>
            </a:pPr>
            <a:r>
              <a:rPr kumimoji="0" sz="1400" b="1" i="0" u="none" strike="noStrike" kern="1200" cap="none" spc="0" normalizeH="0" baseline="0" noProof="0" dirty="0" err="1">
                <a:ln>
                  <a:noFill/>
                </a:ln>
                <a:solidFill>
                  <a:srgbClr val="000000"/>
                </a:solidFill>
                <a:effectLst/>
                <a:uLnTx/>
                <a:uFillTx/>
                <a:latin typeface="Microsoft JhengHei"/>
                <a:ea typeface="Microsoft JhengHei"/>
                <a:cs typeface="+mn-cs"/>
              </a:rPr>
              <a:t>會議記錄</a:t>
            </a:r>
            <a:r>
              <a:rPr kumimoji="0" sz="1400" b="0" i="0" u="none" strike="noStrike" kern="1200" cap="none" spc="0" normalizeH="0" baseline="0" noProof="0" dirty="0">
                <a:ln>
                  <a:noFill/>
                </a:ln>
                <a:solidFill>
                  <a:srgbClr val="000000"/>
                </a:solidFill>
                <a:effectLst/>
                <a:uLnTx/>
                <a:uFillTx/>
                <a:latin typeface="Microsoft JhengHei"/>
                <a:ea typeface="Microsoft JhengHei"/>
                <a:cs typeface="+mn-cs"/>
              </a:rPr>
              <a:t>：</a:t>
            </a:r>
            <a:endParaRPr kumimoji="0" lang="en-US" sz="1400" b="0" i="0" u="none" strike="noStrike" kern="1200" cap="none" spc="0" normalizeH="0" baseline="0" noProof="0" dirty="0">
              <a:ln>
                <a:noFill/>
              </a:ln>
              <a:solidFill>
                <a:srgbClr val="000000"/>
              </a:solidFill>
              <a:effectLst/>
              <a:uLnTx/>
              <a:uFillTx/>
              <a:latin typeface="Microsoft JhengHei"/>
              <a:ea typeface="Microsoft JhengHei"/>
              <a:cs typeface="+mn-cs"/>
            </a:endParaRPr>
          </a:p>
          <a:p>
            <a:pPr marL="0" marR="0" lvl="0" indent="0" algn="l" defTabSz="914400" rtl="0" eaLnBrk="1" fontAlgn="auto" latinLnBrk="0" hangingPunct="1">
              <a:lnSpc>
                <a:spcPct val="150000"/>
              </a:lnSpc>
              <a:spcBef>
                <a:spcPts val="0"/>
              </a:spcBef>
              <a:spcAft>
                <a:spcPts val="600"/>
              </a:spcAft>
              <a:buClr>
                <a:srgbClr val="000000"/>
              </a:buClr>
              <a:buSzPts val="1400"/>
              <a:buFont typeface="Arial"/>
              <a:buNone/>
              <a:tabLst/>
              <a:defRPr/>
            </a:pPr>
            <a:r>
              <a:rPr lang="zh-TW" altLang="en-US" sz="1400" dirty="0">
                <a:solidFill>
                  <a:srgbClr val="000000"/>
                </a:solidFill>
                <a:latin typeface="Microsoft JhengHei"/>
                <a:ea typeface="Microsoft JhengHei"/>
              </a:rPr>
              <a:t>統整</a:t>
            </a:r>
            <a:r>
              <a:rPr kumimoji="0" sz="1400" b="0" i="0" u="none" strike="noStrike" kern="1200" cap="none" spc="0" normalizeH="0" baseline="0" noProof="0" dirty="0" err="1">
                <a:ln>
                  <a:noFill/>
                </a:ln>
                <a:solidFill>
                  <a:srgbClr val="000000"/>
                </a:solidFill>
                <a:effectLst/>
                <a:uLnTx/>
                <a:uFillTx/>
                <a:latin typeface="Microsoft JhengHei"/>
                <a:ea typeface="Microsoft JhengHei"/>
                <a:cs typeface="+mn-cs"/>
              </a:rPr>
              <a:t>結論與待辦</a:t>
            </a:r>
            <a:r>
              <a:rPr kumimoji="0" lang="zh-TW" altLang="en-US" sz="1400" b="0" i="0" u="none" strike="noStrike" kern="1200" cap="none" spc="0" normalizeH="0" baseline="0" noProof="0" dirty="0">
                <a:ln>
                  <a:noFill/>
                </a:ln>
                <a:solidFill>
                  <a:srgbClr val="000000"/>
                </a:solidFill>
                <a:effectLst/>
                <a:uLnTx/>
                <a:uFillTx/>
                <a:latin typeface="Microsoft JhengHei"/>
                <a:ea typeface="Microsoft JhengHei"/>
                <a:cs typeface="+mn-cs"/>
              </a:rPr>
              <a:t>並指派成員</a:t>
            </a:r>
            <a:endParaRPr kumimoji="0" sz="14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50000"/>
              </a:lnSpc>
              <a:spcBef>
                <a:spcPts val="0"/>
              </a:spcBef>
              <a:spcAft>
                <a:spcPts val="600"/>
              </a:spcAft>
              <a:buClr>
                <a:srgbClr val="000000"/>
              </a:buClr>
              <a:buSzPts val="1400"/>
              <a:buFont typeface="Arial"/>
              <a:buNone/>
              <a:tabLst/>
              <a:defRPr/>
            </a:pPr>
            <a:r>
              <a:rPr kumimoji="0" sz="1400" b="1" i="0" u="none" strike="noStrike" kern="1200" cap="none" spc="0" normalizeH="0" baseline="0" noProof="0" dirty="0" err="1">
                <a:ln>
                  <a:noFill/>
                </a:ln>
                <a:solidFill>
                  <a:srgbClr val="000000"/>
                </a:solidFill>
                <a:effectLst/>
                <a:uLnTx/>
                <a:uFillTx/>
                <a:latin typeface="Microsoft JhengHei"/>
                <a:ea typeface="Microsoft JhengHei"/>
                <a:cs typeface="+mn-cs"/>
              </a:rPr>
              <a:t>時程</a:t>
            </a:r>
            <a:r>
              <a:rPr kumimoji="0" sz="1400" b="0" i="0" u="none" strike="noStrike" kern="1200" cap="none" spc="0" normalizeH="0" baseline="0" noProof="0" dirty="0">
                <a:ln>
                  <a:noFill/>
                </a:ln>
                <a:solidFill>
                  <a:srgbClr val="000000"/>
                </a:solidFill>
                <a:effectLst/>
                <a:uLnTx/>
                <a:uFillTx/>
                <a:latin typeface="Microsoft JhengHei"/>
                <a:ea typeface="Microsoft JhengHei"/>
                <a:cs typeface="+mn-cs"/>
              </a:rPr>
              <a:t>：</a:t>
            </a:r>
            <a:endParaRPr kumimoji="0" lang="en-US" sz="1400" b="0" i="0" u="none" strike="noStrike" kern="1200" cap="none" spc="0" normalizeH="0" baseline="0" noProof="0" dirty="0">
              <a:ln>
                <a:noFill/>
              </a:ln>
              <a:solidFill>
                <a:srgbClr val="000000"/>
              </a:solidFill>
              <a:effectLst/>
              <a:uLnTx/>
              <a:uFillTx/>
              <a:latin typeface="Microsoft JhengHei"/>
              <a:ea typeface="Microsoft JhengHei"/>
              <a:cs typeface="+mn-cs"/>
            </a:endParaRPr>
          </a:p>
          <a:p>
            <a:pPr marL="0" marR="0" lvl="0" indent="0" algn="l" defTabSz="914400" rtl="0" eaLnBrk="1" fontAlgn="auto" latinLnBrk="0" hangingPunct="1">
              <a:lnSpc>
                <a:spcPct val="150000"/>
              </a:lnSpc>
              <a:spcBef>
                <a:spcPts val="0"/>
              </a:spcBef>
              <a:spcAft>
                <a:spcPts val="600"/>
              </a:spcAft>
              <a:buClr>
                <a:srgbClr val="000000"/>
              </a:buClr>
              <a:buSzPts val="1400"/>
              <a:buFont typeface="Arial"/>
              <a:buNone/>
              <a:tabLst/>
              <a:defRPr/>
            </a:pPr>
            <a:r>
              <a:rPr kumimoji="0" sz="1400" b="0" i="0" u="none" strike="noStrike" kern="1200" cap="none" spc="0" normalizeH="0" baseline="0" noProof="0" dirty="0" err="1">
                <a:ln>
                  <a:noFill/>
                </a:ln>
                <a:solidFill>
                  <a:srgbClr val="000000"/>
                </a:solidFill>
                <a:effectLst/>
                <a:uLnTx/>
                <a:uFillTx/>
                <a:latin typeface="Microsoft JhengHei"/>
                <a:ea typeface="Microsoft JhengHei"/>
                <a:cs typeface="+mn-cs"/>
              </a:rPr>
              <a:t>掃逾期／到期、生成催辦草稿</a:t>
            </a:r>
            <a:endParaRPr kumimoji="0" sz="1400" b="0" i="0" u="none" strike="noStrike" kern="1200" cap="none" spc="0" normalizeH="0" baseline="0" noProof="0" dirty="0">
              <a:ln>
                <a:noFill/>
              </a:ln>
              <a:solidFill>
                <a:srgbClr val="000000"/>
              </a:solidFill>
              <a:effectLst/>
              <a:uLnTx/>
              <a:uFillTx/>
              <a:latin typeface="Microsoft JhengHei"/>
              <a:ea typeface="Microsoft JhengHei"/>
              <a:cs typeface="+mn-cs"/>
            </a:endParaRPr>
          </a:p>
          <a:p>
            <a:pPr marL="0" marR="0" lvl="0" indent="0" algn="l" defTabSz="914400" rtl="0" eaLnBrk="1" fontAlgn="auto" latinLnBrk="0" hangingPunct="1">
              <a:lnSpc>
                <a:spcPct val="150000"/>
              </a:lnSpc>
              <a:spcBef>
                <a:spcPts val="0"/>
              </a:spcBef>
              <a:spcAft>
                <a:spcPts val="600"/>
              </a:spcAft>
              <a:buClr>
                <a:srgbClr val="000000"/>
              </a:buClr>
              <a:buSzPts val="1400"/>
              <a:buFont typeface="Arial"/>
              <a:buNone/>
              <a:tabLst/>
              <a:defRPr/>
            </a:pPr>
            <a:r>
              <a:rPr kumimoji="0" sz="1400" b="1" i="0" u="none" strike="noStrike" kern="1200" cap="none" spc="0" normalizeH="0" baseline="0" noProof="0" dirty="0" err="1">
                <a:ln>
                  <a:noFill/>
                </a:ln>
                <a:solidFill>
                  <a:srgbClr val="000000"/>
                </a:solidFill>
                <a:effectLst/>
                <a:uLnTx/>
                <a:uFillTx/>
                <a:latin typeface="Microsoft JhengHei"/>
                <a:ea typeface="Microsoft JhengHei"/>
                <a:cs typeface="+mn-cs"/>
              </a:rPr>
              <a:t>數據</a:t>
            </a:r>
            <a:r>
              <a:rPr kumimoji="0" sz="1400" b="0" i="0" u="none" strike="noStrike" kern="1200" cap="none" spc="0" normalizeH="0" baseline="0" noProof="0" dirty="0">
                <a:ln>
                  <a:noFill/>
                </a:ln>
                <a:solidFill>
                  <a:srgbClr val="000000"/>
                </a:solidFill>
                <a:effectLst/>
                <a:uLnTx/>
                <a:uFillTx/>
                <a:latin typeface="Microsoft JhengHei"/>
                <a:ea typeface="Microsoft JhengHei"/>
                <a:cs typeface="+mn-cs"/>
              </a:rPr>
              <a:t>：</a:t>
            </a:r>
            <a:endParaRPr kumimoji="0" lang="en-US" sz="1400" b="0" i="0" u="none" strike="noStrike" kern="1200" cap="none" spc="0" normalizeH="0" baseline="0" noProof="0" dirty="0">
              <a:ln>
                <a:noFill/>
              </a:ln>
              <a:solidFill>
                <a:srgbClr val="000000"/>
              </a:solidFill>
              <a:effectLst/>
              <a:uLnTx/>
              <a:uFillTx/>
              <a:latin typeface="Microsoft JhengHei"/>
              <a:ea typeface="Microsoft JhengHei"/>
              <a:cs typeface="+mn-cs"/>
            </a:endParaRPr>
          </a:p>
          <a:p>
            <a:pPr marL="0" marR="0" lvl="0" indent="0" algn="l" defTabSz="914400" rtl="0" eaLnBrk="1" fontAlgn="auto" latinLnBrk="0" hangingPunct="1">
              <a:lnSpc>
                <a:spcPct val="150000"/>
              </a:lnSpc>
              <a:spcBef>
                <a:spcPts val="0"/>
              </a:spcBef>
              <a:spcAft>
                <a:spcPts val="600"/>
              </a:spcAft>
              <a:buClr>
                <a:srgbClr val="000000"/>
              </a:buClr>
              <a:buSzPts val="1400"/>
              <a:buFont typeface="Arial"/>
              <a:buNone/>
              <a:tabLst/>
              <a:defRPr/>
            </a:pPr>
            <a:r>
              <a:rPr lang="zh-TW" altLang="en-US" sz="1400" dirty="0">
                <a:solidFill>
                  <a:srgbClr val="000000"/>
                </a:solidFill>
                <a:latin typeface="Microsoft JhengHei"/>
                <a:ea typeface="Microsoft JhengHei"/>
              </a:rPr>
              <a:t>自然語意</a:t>
            </a:r>
            <a:r>
              <a:rPr kumimoji="0" sz="1400" b="0" i="0" u="none" strike="noStrike" kern="1200" cap="none" spc="0" normalizeH="0" baseline="0" noProof="0" dirty="0">
                <a:ln>
                  <a:noFill/>
                </a:ln>
                <a:solidFill>
                  <a:srgbClr val="000000"/>
                </a:solidFill>
                <a:effectLst/>
                <a:uLnTx/>
                <a:uFillTx/>
                <a:latin typeface="Microsoft JhengHei"/>
                <a:ea typeface="Microsoft JhengHei"/>
                <a:cs typeface="+mn-cs"/>
              </a:rPr>
              <a:t>查</a:t>
            </a:r>
            <a:r>
              <a:rPr kumimoji="0" lang="zh-TW" altLang="en-US" sz="1400" b="0" i="0" u="none" strike="noStrike" kern="1200" cap="none" spc="0" normalizeH="0" baseline="0" noProof="0" dirty="0">
                <a:ln>
                  <a:noFill/>
                </a:ln>
                <a:solidFill>
                  <a:srgbClr val="000000"/>
                </a:solidFill>
                <a:effectLst/>
                <a:uLnTx/>
                <a:uFillTx/>
                <a:latin typeface="Microsoft JhengHei"/>
                <a:ea typeface="Microsoft JhengHei"/>
                <a:cs typeface="+mn-cs"/>
              </a:rPr>
              <a:t>詢</a:t>
            </a:r>
            <a:r>
              <a:rPr kumimoji="0" sz="1400" b="0" i="0" u="none" strike="noStrike" kern="1200" cap="none" spc="0" normalizeH="0" baseline="0" noProof="0" dirty="0">
                <a:ln>
                  <a:noFill/>
                </a:ln>
                <a:solidFill>
                  <a:srgbClr val="000000"/>
                </a:solidFill>
                <a:effectLst/>
                <a:uLnTx/>
                <a:uFillTx/>
                <a:latin typeface="Microsoft JhengHei"/>
                <a:ea typeface="Microsoft JhengHei"/>
                <a:cs typeface="+mn-cs"/>
              </a:rPr>
              <a:t>，LLM </a:t>
            </a:r>
            <a:r>
              <a:rPr kumimoji="0" sz="1400" b="0" i="0" u="none" strike="noStrike" kern="1200" cap="none" spc="0" normalizeH="0" baseline="0" noProof="0" dirty="0" err="1">
                <a:ln>
                  <a:noFill/>
                </a:ln>
                <a:solidFill>
                  <a:srgbClr val="000000"/>
                </a:solidFill>
                <a:effectLst/>
                <a:uLnTx/>
                <a:uFillTx/>
                <a:latin typeface="Microsoft JhengHei"/>
                <a:ea typeface="Microsoft JhengHei"/>
                <a:cs typeface="+mn-cs"/>
              </a:rPr>
              <a:t>只填參數</a:t>
            </a:r>
            <a:endParaRPr kumimoji="0" sz="1400" b="0" i="0" u="none" strike="noStrike" kern="1200" cap="none" spc="0" normalizeH="0" baseline="0" noProof="0" dirty="0">
              <a:ln>
                <a:noFill/>
              </a:ln>
              <a:solidFill>
                <a:srgbClr val="000000"/>
              </a:solidFill>
              <a:effectLst/>
              <a:uLnTx/>
              <a:uFillTx/>
              <a:latin typeface="Microsoft JhengHei"/>
              <a:ea typeface="Microsoft JhengHei"/>
              <a:cs typeface="+mn-cs"/>
            </a:endParaRPr>
          </a:p>
          <a:p>
            <a:pPr marL="0" marR="0" lvl="0" indent="0" algn="l" defTabSz="914400" rtl="0" eaLnBrk="1" fontAlgn="auto" latinLnBrk="0" hangingPunct="1">
              <a:lnSpc>
                <a:spcPct val="150000"/>
              </a:lnSpc>
              <a:spcBef>
                <a:spcPts val="0"/>
              </a:spcBef>
              <a:spcAft>
                <a:spcPts val="600"/>
              </a:spcAft>
              <a:buClr>
                <a:srgbClr val="000000"/>
              </a:buClr>
              <a:buSzPts val="1400"/>
              <a:buFont typeface="Arial"/>
              <a:buNone/>
              <a:tabLst/>
              <a:defRPr/>
            </a:pPr>
            <a:r>
              <a:rPr kumimoji="0" sz="1400" b="1" i="0" u="none" strike="noStrike" kern="1200" cap="none" spc="0" normalizeH="0" baseline="0" noProof="0" dirty="0">
                <a:ln>
                  <a:noFill/>
                </a:ln>
                <a:solidFill>
                  <a:srgbClr val="000000"/>
                </a:solidFill>
                <a:effectLst/>
                <a:uLnTx/>
                <a:uFillTx/>
                <a:latin typeface="Microsoft JhengHei"/>
                <a:ea typeface="Microsoft JhengHei"/>
                <a:cs typeface="+mn-cs"/>
              </a:rPr>
              <a:t>KPI</a:t>
            </a:r>
            <a:r>
              <a:rPr kumimoji="0" sz="1400" b="0" i="0" u="none" strike="noStrike" kern="1200" cap="none" spc="0" normalizeH="0" baseline="0" noProof="0" dirty="0">
                <a:ln>
                  <a:noFill/>
                </a:ln>
                <a:solidFill>
                  <a:srgbClr val="000000"/>
                </a:solidFill>
                <a:effectLst/>
                <a:uLnTx/>
                <a:uFillTx/>
                <a:latin typeface="Microsoft JhengHei"/>
                <a:ea typeface="Microsoft JhengHei"/>
                <a:cs typeface="+mn-cs"/>
              </a:rPr>
              <a:t>：</a:t>
            </a:r>
            <a:endParaRPr kumimoji="0" lang="en-US" sz="1400" b="0" i="0" u="none" strike="noStrike" kern="1200" cap="none" spc="0" normalizeH="0" baseline="0" noProof="0" dirty="0">
              <a:ln>
                <a:noFill/>
              </a:ln>
              <a:solidFill>
                <a:srgbClr val="000000"/>
              </a:solidFill>
              <a:effectLst/>
              <a:uLnTx/>
              <a:uFillTx/>
              <a:latin typeface="Microsoft JhengHei"/>
              <a:ea typeface="Microsoft JhengHei"/>
              <a:cs typeface="+mn-cs"/>
            </a:endParaRPr>
          </a:p>
          <a:p>
            <a:pPr marL="0" marR="0" lvl="0" indent="0" algn="l" defTabSz="914400" rtl="0" eaLnBrk="1" fontAlgn="auto" latinLnBrk="0" hangingPunct="1">
              <a:lnSpc>
                <a:spcPct val="150000"/>
              </a:lnSpc>
              <a:spcBef>
                <a:spcPts val="0"/>
              </a:spcBef>
              <a:spcAft>
                <a:spcPts val="600"/>
              </a:spcAft>
              <a:buClr>
                <a:srgbClr val="000000"/>
              </a:buClr>
              <a:buSzPts val="1400"/>
              <a:buFont typeface="Arial"/>
              <a:buNone/>
              <a:tabLst/>
              <a:defRPr/>
            </a:pPr>
            <a:r>
              <a:rPr kumimoji="0" sz="1400" b="0" i="0" u="none" strike="noStrike" kern="1200" cap="none" spc="0" normalizeH="0" baseline="0" noProof="0" dirty="0">
                <a:ln>
                  <a:noFill/>
                </a:ln>
                <a:solidFill>
                  <a:srgbClr val="000000"/>
                </a:solidFill>
                <a:effectLst/>
                <a:uLnTx/>
                <a:uFillTx/>
                <a:latin typeface="Microsoft JhengHei"/>
                <a:ea typeface="Microsoft JhengHei"/>
                <a:cs typeface="+mn-cs"/>
              </a:rPr>
              <a:t>Gap </a:t>
            </a:r>
            <a:r>
              <a:rPr kumimoji="0" sz="1400" b="0" i="0" u="none" strike="noStrike" kern="1200" cap="none" spc="0" normalizeH="0" baseline="0" noProof="0" dirty="0" err="1">
                <a:ln>
                  <a:noFill/>
                </a:ln>
                <a:solidFill>
                  <a:srgbClr val="000000"/>
                </a:solidFill>
                <a:effectLst/>
                <a:uLnTx/>
                <a:uFillTx/>
                <a:latin typeface="Microsoft JhengHei"/>
                <a:ea typeface="Microsoft JhengHei"/>
                <a:cs typeface="+mn-cs"/>
              </a:rPr>
              <a:t>純程式計算並附說明</a:t>
            </a:r>
            <a:endParaRPr kumimoji="0" sz="1400" b="0" i="0" u="none" strike="noStrike" kern="1200" cap="none" spc="0" normalizeH="0" baseline="0" noProof="0" dirty="0">
              <a:ln>
                <a:noFill/>
              </a:ln>
              <a:solidFill>
                <a:srgbClr val="000000"/>
              </a:solidFill>
              <a:effectLst/>
              <a:uLnTx/>
              <a:uFillTx/>
              <a:latin typeface="Microsoft JhengHei"/>
              <a:ea typeface="Microsoft JhengHei"/>
              <a:cs typeface="+mn-cs"/>
            </a:endParaRPr>
          </a:p>
        </p:txBody>
      </p:sp>
      <p:sp>
        <p:nvSpPr>
          <p:cNvPr id="50" name="Google Shape;50;p1"/>
          <p:cNvSpPr/>
          <p:nvPr/>
        </p:nvSpPr>
        <p:spPr>
          <a:xfrm>
            <a:off x="8059045" y="2297591"/>
            <a:ext cx="2928245" cy="3810000"/>
          </a:xfrm>
          <a:prstGeom prst="rect">
            <a:avLst/>
          </a:prstGeom>
          <a:noFill/>
          <a:ln w="254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51" name="Google Shape;51;p1"/>
          <p:cNvSpPr txBox="1"/>
          <p:nvPr/>
        </p:nvSpPr>
        <p:spPr>
          <a:xfrm>
            <a:off x="8059045" y="2297591"/>
            <a:ext cx="2928245" cy="375937"/>
          </a:xfrm>
          <a:prstGeom prst="rect">
            <a:avLst/>
          </a:prstGeom>
          <a:solidFill>
            <a:srgbClr val="00B050"/>
          </a:solid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zh-TW" altLang="en-US"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輸出</a:t>
            </a:r>
            <a:endParaRPr kumimoji="0"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endParaRPr>
          </a:p>
        </p:txBody>
      </p:sp>
      <p:sp>
        <p:nvSpPr>
          <p:cNvPr id="52" name="Google Shape;52;p1"/>
          <p:cNvSpPr txBox="1"/>
          <p:nvPr/>
        </p:nvSpPr>
        <p:spPr>
          <a:xfrm>
            <a:off x="8059045" y="2835906"/>
            <a:ext cx="2928245" cy="289305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50000"/>
              </a:lnSpc>
              <a:spcBef>
                <a:spcPts val="0"/>
              </a:spcBef>
              <a:spcAft>
                <a:spcPts val="600"/>
              </a:spcAft>
              <a:buClr>
                <a:srgbClr val="000000"/>
              </a:buClr>
              <a:buSzTx/>
              <a:buFont typeface="Arial"/>
              <a:buNone/>
              <a:tabLst/>
              <a:defRPr/>
            </a:pPr>
            <a:r>
              <a:rPr kumimoji="0" sz="1400" b="1" i="0" u="none" strike="noStrike" kern="1200" cap="none" spc="0" normalizeH="0" baseline="0" noProof="0" dirty="0" err="1">
                <a:ln>
                  <a:noFill/>
                </a:ln>
                <a:solidFill>
                  <a:srgbClr val="000000"/>
                </a:solidFill>
                <a:effectLst/>
                <a:uLnTx/>
                <a:uFillTx/>
                <a:latin typeface="Microsoft JhengHei"/>
                <a:ea typeface="Microsoft JhengHei"/>
                <a:cs typeface="+mn-cs"/>
              </a:rPr>
              <a:t>會議記錄</a:t>
            </a:r>
            <a:r>
              <a:rPr kumimoji="0" sz="1400" b="0" i="0" u="none" strike="noStrike" kern="1200" cap="none" spc="0" normalizeH="0" baseline="0" noProof="0" dirty="0">
                <a:ln>
                  <a:noFill/>
                </a:ln>
                <a:solidFill>
                  <a:srgbClr val="000000"/>
                </a:solidFill>
                <a:effectLst/>
                <a:uLnTx/>
                <a:uFillTx/>
                <a:latin typeface="Microsoft JhengHei"/>
                <a:ea typeface="Microsoft JhengHei"/>
                <a:cs typeface="+mn-cs"/>
              </a:rPr>
              <a:t>：</a:t>
            </a:r>
            <a:endParaRPr kumimoji="0" lang="en-US" sz="1400" b="0" i="0" u="none" strike="noStrike" kern="1200" cap="none" spc="0" normalizeH="0" baseline="0" noProof="0" dirty="0">
              <a:ln>
                <a:noFill/>
              </a:ln>
              <a:solidFill>
                <a:srgbClr val="000000"/>
              </a:solidFill>
              <a:effectLst/>
              <a:uLnTx/>
              <a:uFillTx/>
              <a:latin typeface="Microsoft JhengHei"/>
              <a:ea typeface="Microsoft JhengHei"/>
              <a:cs typeface="+mn-cs"/>
            </a:endParaRPr>
          </a:p>
          <a:p>
            <a:pPr marL="0" marR="0" lvl="0" indent="0" algn="l" defTabSz="914400" rtl="0" eaLnBrk="1" fontAlgn="auto" latinLnBrk="0" hangingPunct="1">
              <a:lnSpc>
                <a:spcPct val="150000"/>
              </a:lnSpc>
              <a:spcBef>
                <a:spcPts val="0"/>
              </a:spcBef>
              <a:spcAft>
                <a:spcPts val="600"/>
              </a:spcAft>
              <a:buClr>
                <a:srgbClr val="000000"/>
              </a:buClr>
              <a:buSzTx/>
              <a:buFont typeface="Arial"/>
              <a:buNone/>
              <a:tabLst/>
              <a:defRPr/>
            </a:pPr>
            <a:r>
              <a:rPr kumimoji="0" sz="1400" b="0" i="0" u="none" strike="noStrike" kern="1200" cap="none" spc="0" normalizeH="0" baseline="0" noProof="0" dirty="0" err="1">
                <a:ln>
                  <a:noFill/>
                </a:ln>
                <a:solidFill>
                  <a:srgbClr val="000000"/>
                </a:solidFill>
                <a:effectLst/>
                <a:uLnTx/>
                <a:uFillTx/>
                <a:latin typeface="Microsoft JhengHei"/>
                <a:ea typeface="Microsoft JhengHei"/>
                <a:cs typeface="+mn-cs"/>
              </a:rPr>
              <a:t>待辦清單＋PM</a:t>
            </a:r>
            <a:r>
              <a:rPr kumimoji="0" sz="1400" b="0" i="0" u="none" strike="noStrike" kern="1200" cap="none" spc="0" normalizeH="0" baseline="0" noProof="0" dirty="0">
                <a:ln>
                  <a:noFill/>
                </a:ln>
                <a:solidFill>
                  <a:srgbClr val="000000"/>
                </a:solidFill>
                <a:effectLst/>
                <a:uLnTx/>
                <a:uFillTx/>
                <a:latin typeface="Microsoft JhengHei"/>
                <a:ea typeface="Microsoft JhengHei"/>
                <a:cs typeface="+mn-cs"/>
              </a:rPr>
              <a:t> </a:t>
            </a:r>
            <a:r>
              <a:rPr kumimoji="0" sz="1400" b="0" i="0" u="none" strike="noStrike" kern="1200" cap="none" spc="0" normalizeH="0" baseline="0" noProof="0" dirty="0" err="1">
                <a:ln>
                  <a:noFill/>
                </a:ln>
                <a:solidFill>
                  <a:srgbClr val="000000"/>
                </a:solidFill>
                <a:effectLst/>
                <a:uLnTx/>
                <a:uFillTx/>
                <a:latin typeface="Microsoft JhengHei"/>
                <a:ea typeface="Microsoft JhengHei"/>
                <a:cs typeface="+mn-cs"/>
              </a:rPr>
              <a:t>確認後一鍵開單</a:t>
            </a:r>
            <a:endParaRPr kumimoji="0" sz="14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50000"/>
              </a:lnSpc>
              <a:spcBef>
                <a:spcPts val="0"/>
              </a:spcBef>
              <a:spcAft>
                <a:spcPts val="600"/>
              </a:spcAft>
              <a:buClr>
                <a:srgbClr val="000000"/>
              </a:buClr>
              <a:buSzTx/>
              <a:buFont typeface="Arial"/>
              <a:buNone/>
              <a:tabLst/>
              <a:defRPr/>
            </a:pPr>
            <a:r>
              <a:rPr kumimoji="0" sz="1400" b="1" i="0" u="none" strike="noStrike" kern="1200" cap="none" spc="0" normalizeH="0" baseline="0" noProof="0" dirty="0" err="1">
                <a:ln>
                  <a:noFill/>
                </a:ln>
                <a:solidFill>
                  <a:srgbClr val="000000"/>
                </a:solidFill>
                <a:effectLst/>
                <a:uLnTx/>
                <a:uFillTx/>
                <a:latin typeface="Microsoft JhengHei"/>
                <a:ea typeface="Microsoft JhengHei"/>
                <a:cs typeface="+mn-cs"/>
              </a:rPr>
              <a:t>時程</a:t>
            </a:r>
            <a:r>
              <a:rPr kumimoji="0" sz="1400" b="0" i="0" u="none" strike="noStrike" kern="1200" cap="none" spc="0" normalizeH="0" baseline="0" noProof="0" dirty="0">
                <a:ln>
                  <a:noFill/>
                </a:ln>
                <a:solidFill>
                  <a:srgbClr val="000000"/>
                </a:solidFill>
                <a:effectLst/>
                <a:uLnTx/>
                <a:uFillTx/>
                <a:latin typeface="Microsoft JhengHei"/>
                <a:ea typeface="Microsoft JhengHei"/>
                <a:cs typeface="+mn-cs"/>
              </a:rPr>
              <a:t>：</a:t>
            </a:r>
            <a:endParaRPr kumimoji="0" lang="en-US" sz="1400" b="0" i="0" u="none" strike="noStrike" kern="1200" cap="none" spc="0" normalizeH="0" baseline="0" noProof="0" dirty="0">
              <a:ln>
                <a:noFill/>
              </a:ln>
              <a:solidFill>
                <a:srgbClr val="000000"/>
              </a:solidFill>
              <a:effectLst/>
              <a:uLnTx/>
              <a:uFillTx/>
              <a:latin typeface="Microsoft JhengHei"/>
              <a:ea typeface="Microsoft JhengHei"/>
              <a:cs typeface="+mn-cs"/>
            </a:endParaRPr>
          </a:p>
          <a:p>
            <a:pPr marL="0" marR="0" lvl="0" indent="0" algn="l" defTabSz="914400" rtl="0" eaLnBrk="1" fontAlgn="auto" latinLnBrk="0" hangingPunct="1">
              <a:lnSpc>
                <a:spcPct val="150000"/>
              </a:lnSpc>
              <a:spcBef>
                <a:spcPts val="0"/>
              </a:spcBef>
              <a:spcAft>
                <a:spcPts val="600"/>
              </a:spcAft>
              <a:buClr>
                <a:srgbClr val="000000"/>
              </a:buClr>
              <a:buSzTx/>
              <a:buFont typeface="Arial"/>
              <a:buNone/>
              <a:tabLst/>
              <a:defRPr/>
            </a:pPr>
            <a:r>
              <a:rPr kumimoji="0" lang="zh-TW" altLang="en-US" sz="1400" b="0" i="0" u="none" strike="noStrike" kern="1200" cap="none" spc="0" normalizeH="0" baseline="0" noProof="0" dirty="0">
                <a:ln>
                  <a:noFill/>
                </a:ln>
                <a:solidFill>
                  <a:srgbClr val="000000"/>
                </a:solidFill>
                <a:effectLst/>
                <a:uLnTx/>
                <a:uFillTx/>
                <a:latin typeface="Microsoft JhengHei"/>
                <a:ea typeface="Microsoft JhengHei"/>
                <a:cs typeface="+mn-cs"/>
              </a:rPr>
              <a:t>甘特圖＋催辦草稿</a:t>
            </a:r>
            <a:endParaRPr kumimoji="0" lang="en-US" altLang="zh-TW" sz="1400" b="0" i="0" u="none" strike="noStrike" kern="1200" cap="none" spc="0" normalizeH="0" baseline="0" noProof="0" dirty="0">
              <a:ln>
                <a:noFill/>
              </a:ln>
              <a:solidFill>
                <a:srgbClr val="000000"/>
              </a:solidFill>
              <a:effectLst/>
              <a:uLnTx/>
              <a:uFillTx/>
              <a:latin typeface="Microsoft JhengHei"/>
              <a:ea typeface="Microsoft JhengHei"/>
              <a:cs typeface="+mn-cs"/>
            </a:endParaRPr>
          </a:p>
          <a:p>
            <a:pPr marL="0" marR="0" lvl="0" indent="0" algn="l" defTabSz="914400" rtl="0" eaLnBrk="1" fontAlgn="auto" latinLnBrk="0" hangingPunct="1">
              <a:lnSpc>
                <a:spcPct val="150000"/>
              </a:lnSpc>
              <a:spcBef>
                <a:spcPts val="0"/>
              </a:spcBef>
              <a:spcAft>
                <a:spcPts val="600"/>
              </a:spcAft>
              <a:buClr>
                <a:srgbClr val="000000"/>
              </a:buClr>
              <a:buSzTx/>
              <a:buFont typeface="Arial"/>
              <a:buNone/>
              <a:tabLst/>
              <a:defRPr/>
            </a:pPr>
            <a:r>
              <a:rPr kumimoji="0" sz="1400" b="0" i="0" u="none" strike="noStrike" kern="1200" cap="none" spc="0" normalizeH="0" baseline="0" noProof="0" dirty="0">
                <a:ln>
                  <a:noFill/>
                </a:ln>
                <a:solidFill>
                  <a:srgbClr val="000000"/>
                </a:solidFill>
                <a:effectLst/>
                <a:uLnTx/>
                <a:uFillTx/>
                <a:latin typeface="Microsoft JhengHei"/>
                <a:ea typeface="Microsoft JhengHei"/>
                <a:cs typeface="+mn-cs"/>
              </a:rPr>
              <a:t>（</a:t>
            </a:r>
            <a:r>
              <a:rPr kumimoji="0" sz="1400" b="0" i="0" u="none" strike="noStrike" kern="1200" cap="none" spc="0" normalizeH="0" baseline="0" noProof="0" dirty="0" err="1">
                <a:ln>
                  <a:noFill/>
                </a:ln>
                <a:solidFill>
                  <a:srgbClr val="000000"/>
                </a:solidFill>
                <a:effectLst/>
                <a:uLnTx/>
                <a:uFillTx/>
                <a:latin typeface="Microsoft JhengHei"/>
                <a:ea typeface="Microsoft JhengHei"/>
                <a:cs typeface="+mn-cs"/>
              </a:rPr>
              <a:t>核可後發送</a:t>
            </a:r>
            <a:r>
              <a:rPr kumimoji="0" lang="en-US" sz="1400" b="0" i="0" u="none" strike="noStrike" kern="1200" cap="none" spc="0" normalizeH="0" baseline="0" noProof="0" dirty="0" err="1">
                <a:ln>
                  <a:noFill/>
                </a:ln>
                <a:solidFill>
                  <a:srgbClr val="000000"/>
                </a:solidFill>
                <a:effectLst/>
                <a:uLnTx/>
                <a:uFillTx/>
                <a:latin typeface="Microsoft JhengHei"/>
                <a:ea typeface="Microsoft JhengHei"/>
                <a:cs typeface="+mn-cs"/>
              </a:rPr>
              <a:t>teams</a:t>
            </a:r>
            <a:r>
              <a:rPr kumimoji="0" lang="en-US" sz="1400" b="0" i="0" u="none" strike="noStrike" kern="1200" cap="none" spc="0" normalizeH="0" baseline="0" noProof="0" dirty="0">
                <a:ln>
                  <a:noFill/>
                </a:ln>
                <a:solidFill>
                  <a:srgbClr val="000000"/>
                </a:solidFill>
                <a:effectLst/>
                <a:uLnTx/>
                <a:uFillTx/>
                <a:latin typeface="Microsoft JhengHei"/>
                <a:ea typeface="Microsoft JhengHei"/>
                <a:cs typeface="+mn-cs"/>
              </a:rPr>
              <a:t>/outlook</a:t>
            </a:r>
            <a:r>
              <a:rPr kumimoji="0" sz="1400" b="0" i="0" u="none" strike="noStrike" kern="1200" cap="none" spc="0" normalizeH="0" baseline="0" noProof="0" dirty="0">
                <a:ln>
                  <a:noFill/>
                </a:ln>
                <a:solidFill>
                  <a:srgbClr val="000000"/>
                </a:solidFill>
                <a:effectLst/>
                <a:uLnTx/>
                <a:uFillTx/>
                <a:latin typeface="Microsoft JhengHei"/>
                <a:ea typeface="Microsoft JhengHei"/>
                <a:cs typeface="+mn-cs"/>
              </a:rPr>
              <a:t>）</a:t>
            </a:r>
          </a:p>
          <a:p>
            <a:pPr marL="0" marR="0" lvl="0" indent="0" algn="l" defTabSz="914400" rtl="0" eaLnBrk="1" fontAlgn="auto" latinLnBrk="0" hangingPunct="1">
              <a:lnSpc>
                <a:spcPct val="150000"/>
              </a:lnSpc>
              <a:spcBef>
                <a:spcPts val="0"/>
              </a:spcBef>
              <a:spcAft>
                <a:spcPts val="600"/>
              </a:spcAft>
              <a:buClr>
                <a:srgbClr val="000000"/>
              </a:buClr>
              <a:buSzTx/>
              <a:buFont typeface="Arial"/>
              <a:buNone/>
              <a:tabLst/>
              <a:defRPr/>
            </a:pPr>
            <a:r>
              <a:rPr kumimoji="0" sz="1400" b="1" i="0" u="none" strike="noStrike" kern="1200" cap="none" spc="0" normalizeH="0" baseline="0" noProof="0" dirty="0" err="1">
                <a:ln>
                  <a:noFill/>
                </a:ln>
                <a:solidFill>
                  <a:srgbClr val="000000"/>
                </a:solidFill>
                <a:effectLst/>
                <a:uLnTx/>
                <a:uFillTx/>
                <a:latin typeface="Microsoft JhengHei"/>
                <a:ea typeface="Microsoft JhengHei"/>
                <a:cs typeface="+mn-cs"/>
              </a:rPr>
              <a:t>數據</a:t>
            </a:r>
            <a:r>
              <a:rPr kumimoji="0" sz="1400" b="0" i="0" u="none" strike="noStrike" kern="1200" cap="none" spc="0" normalizeH="0" baseline="0" noProof="0" dirty="0">
                <a:ln>
                  <a:noFill/>
                </a:ln>
                <a:solidFill>
                  <a:srgbClr val="000000"/>
                </a:solidFill>
                <a:effectLst/>
                <a:uLnTx/>
                <a:uFillTx/>
                <a:latin typeface="Microsoft JhengHei"/>
                <a:ea typeface="Microsoft JhengHei"/>
                <a:cs typeface="+mn-cs"/>
              </a:rPr>
              <a:t>：</a:t>
            </a:r>
            <a:r>
              <a:rPr kumimoji="0" lang="zh-TW" altLang="en-US" sz="1400" b="0" i="0" u="none" strike="noStrike" kern="1200" cap="none" spc="0" normalizeH="0" baseline="0" noProof="0" dirty="0">
                <a:ln>
                  <a:noFill/>
                </a:ln>
                <a:solidFill>
                  <a:srgbClr val="000000"/>
                </a:solidFill>
                <a:effectLst/>
                <a:uLnTx/>
                <a:uFillTx/>
                <a:latin typeface="Microsoft JhengHei"/>
                <a:ea typeface="Microsoft JhengHei"/>
                <a:cs typeface="+mn-cs"/>
              </a:rPr>
              <a:t>數據</a:t>
            </a:r>
            <a:r>
              <a:rPr kumimoji="0" sz="1400" b="0" i="0" u="none" strike="noStrike" kern="1200" cap="none" spc="0" normalizeH="0" baseline="0" noProof="0" dirty="0" err="1">
                <a:ln>
                  <a:noFill/>
                </a:ln>
                <a:solidFill>
                  <a:srgbClr val="000000"/>
                </a:solidFill>
                <a:effectLst/>
                <a:uLnTx/>
                <a:uFillTx/>
                <a:latin typeface="Microsoft JhengHei"/>
                <a:ea typeface="Microsoft JhengHei"/>
                <a:cs typeface="+mn-cs"/>
              </a:rPr>
              <a:t>摘要＋表格</a:t>
            </a:r>
            <a:endParaRPr kumimoji="0" sz="1400" b="0" i="0" u="none" strike="noStrike" kern="1200" cap="none" spc="0" normalizeH="0" baseline="0" noProof="0" dirty="0">
              <a:ln>
                <a:noFill/>
              </a:ln>
              <a:solidFill>
                <a:srgbClr val="000000"/>
              </a:solidFill>
              <a:effectLst/>
              <a:uLnTx/>
              <a:uFillTx/>
              <a:latin typeface="Microsoft JhengHei"/>
              <a:ea typeface="Microsoft JhengHei"/>
              <a:cs typeface="+mn-cs"/>
            </a:endParaRPr>
          </a:p>
          <a:p>
            <a:pPr marL="0" marR="0" lvl="0" indent="0" algn="l" defTabSz="914400" rtl="0" eaLnBrk="1" fontAlgn="auto" latinLnBrk="0" hangingPunct="1">
              <a:lnSpc>
                <a:spcPct val="150000"/>
              </a:lnSpc>
              <a:spcBef>
                <a:spcPts val="0"/>
              </a:spcBef>
              <a:spcAft>
                <a:spcPts val="600"/>
              </a:spcAft>
              <a:buClr>
                <a:srgbClr val="000000"/>
              </a:buClr>
              <a:buSzTx/>
              <a:buFont typeface="Arial"/>
              <a:buNone/>
              <a:tabLst/>
              <a:defRPr/>
            </a:pPr>
            <a:r>
              <a:rPr kumimoji="0" sz="1400" b="1" i="0" u="none" strike="noStrike" kern="1200" cap="none" spc="0" normalizeH="0" baseline="0" noProof="0" dirty="0" err="1">
                <a:ln>
                  <a:noFill/>
                </a:ln>
                <a:solidFill>
                  <a:srgbClr val="000000"/>
                </a:solidFill>
                <a:effectLst/>
                <a:uLnTx/>
                <a:uFillTx/>
                <a:latin typeface="Microsoft JhengHei"/>
                <a:ea typeface="Microsoft JhengHei"/>
                <a:cs typeface="+mn-cs"/>
              </a:rPr>
              <a:t>KPI</a:t>
            </a:r>
            <a:r>
              <a:rPr kumimoji="0" sz="1400" b="0" i="0" u="none" strike="noStrike" kern="1200" cap="none" spc="0" normalizeH="0" baseline="0" noProof="0" dirty="0" err="1">
                <a:ln>
                  <a:noFill/>
                </a:ln>
                <a:solidFill>
                  <a:srgbClr val="000000"/>
                </a:solidFill>
                <a:effectLst/>
                <a:uLnTx/>
                <a:uFillTx/>
                <a:latin typeface="Microsoft JhengHei"/>
                <a:ea typeface="Microsoft JhengHei"/>
                <a:cs typeface="+mn-cs"/>
              </a:rPr>
              <a:t>：缺口警示與建議</a:t>
            </a:r>
            <a:endParaRPr kumimoji="0" sz="1400" b="0" i="0" u="none" strike="noStrike" kern="1200" cap="none" spc="0" normalizeH="0" baseline="0" noProof="0" dirty="0">
              <a:ln>
                <a:noFill/>
              </a:ln>
              <a:solidFill>
                <a:srgbClr val="000000"/>
              </a:solidFill>
              <a:effectLst/>
              <a:uLnTx/>
              <a:uFillTx/>
              <a:latin typeface="Microsoft JhengHei"/>
              <a:ea typeface="Microsoft JhengHei"/>
              <a:cs typeface="+mn-cs"/>
            </a:endParaRPr>
          </a:p>
        </p:txBody>
      </p:sp>
      <p:sp>
        <p:nvSpPr>
          <p:cNvPr id="53" name="Google Shape;53;p1"/>
          <p:cNvSpPr/>
          <p:nvPr/>
        </p:nvSpPr>
        <p:spPr>
          <a:xfrm>
            <a:off x="1204709" y="2297591"/>
            <a:ext cx="2928245" cy="3810000"/>
          </a:xfrm>
          <a:prstGeom prst="rect">
            <a:avLst/>
          </a:prstGeom>
          <a:noFill/>
          <a:ln w="25400" cap="flat" cmpd="sng">
            <a:solidFill>
              <a:srgbClr val="C438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54" name="Google Shape;54;p1"/>
          <p:cNvSpPr txBox="1"/>
          <p:nvPr/>
        </p:nvSpPr>
        <p:spPr>
          <a:xfrm>
            <a:off x="1204709" y="2297591"/>
            <a:ext cx="2928245" cy="375937"/>
          </a:xfrm>
          <a:prstGeom prst="rect">
            <a:avLst/>
          </a:prstGeom>
          <a:solidFill>
            <a:srgbClr val="C43826"/>
          </a:solid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zh-TW" altLang="en-US"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輸入</a:t>
            </a:r>
            <a:endParaRPr kumimoji="0"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endParaRPr>
          </a:p>
        </p:txBody>
      </p:sp>
      <p:sp>
        <p:nvSpPr>
          <p:cNvPr id="55" name="Google Shape;55;p1"/>
          <p:cNvSpPr txBox="1"/>
          <p:nvPr/>
        </p:nvSpPr>
        <p:spPr>
          <a:xfrm>
            <a:off x="1204709" y="2835906"/>
            <a:ext cx="2928245" cy="201589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50000"/>
              </a:lnSpc>
              <a:spcBef>
                <a:spcPts val="0"/>
              </a:spcBef>
              <a:spcAft>
                <a:spcPts val="600"/>
              </a:spcAft>
              <a:buClr>
                <a:srgbClr val="000000"/>
              </a:buClr>
              <a:buSzTx/>
              <a:buFont typeface="Arial"/>
              <a:buNone/>
              <a:tabLst/>
              <a:defRPr/>
            </a:pPr>
            <a:r>
              <a:rPr kumimoji="0" sz="1400" b="1" i="0" u="none" strike="noStrike" kern="1200" cap="none" spc="0" normalizeH="0" baseline="0" noProof="0" dirty="0" err="1">
                <a:ln>
                  <a:noFill/>
                </a:ln>
                <a:solidFill>
                  <a:srgbClr val="000000"/>
                </a:solidFill>
                <a:effectLst/>
                <a:uLnTx/>
                <a:uFillTx/>
                <a:latin typeface="Microsoft JhengHei"/>
                <a:ea typeface="Microsoft JhengHei"/>
                <a:cs typeface="+mn-cs"/>
              </a:rPr>
              <a:t>會議記錄</a:t>
            </a:r>
            <a:r>
              <a:rPr kumimoji="0" sz="1400" b="0" i="0" u="none" strike="noStrike" kern="1200" cap="none" spc="0" normalizeH="0" baseline="0" noProof="0" dirty="0" err="1">
                <a:ln>
                  <a:noFill/>
                </a:ln>
                <a:solidFill>
                  <a:srgbClr val="000000"/>
                </a:solidFill>
                <a:effectLst/>
                <a:uLnTx/>
                <a:uFillTx/>
                <a:latin typeface="Microsoft JhengHei"/>
                <a:ea typeface="Microsoft JhengHei"/>
                <a:cs typeface="+mn-cs"/>
              </a:rPr>
              <a:t>：會議逐字稿／Teams</a:t>
            </a:r>
            <a:r>
              <a:rPr kumimoji="0" sz="1400" b="0" i="0" u="none" strike="noStrike" kern="1200" cap="none" spc="0" normalizeH="0" baseline="0" noProof="0" dirty="0">
                <a:ln>
                  <a:noFill/>
                </a:ln>
                <a:solidFill>
                  <a:srgbClr val="000000"/>
                </a:solidFill>
                <a:effectLst/>
                <a:uLnTx/>
                <a:uFillTx/>
                <a:latin typeface="Microsoft JhengHei"/>
                <a:ea typeface="Microsoft JhengHei"/>
                <a:cs typeface="+mn-cs"/>
              </a:rPr>
              <a:t> </a:t>
            </a:r>
            <a:r>
              <a:rPr kumimoji="0" sz="1400" b="0" i="0" u="none" strike="noStrike" kern="1200" cap="none" spc="0" normalizeH="0" baseline="0" noProof="0" dirty="0" err="1">
                <a:ln>
                  <a:noFill/>
                </a:ln>
                <a:solidFill>
                  <a:srgbClr val="000000"/>
                </a:solidFill>
                <a:effectLst/>
                <a:uLnTx/>
                <a:uFillTx/>
                <a:latin typeface="Microsoft JhengHei"/>
                <a:ea typeface="Microsoft JhengHei"/>
                <a:cs typeface="+mn-cs"/>
              </a:rPr>
              <a:t>會議記錄</a:t>
            </a:r>
            <a:endParaRPr kumimoji="0" sz="14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50000"/>
              </a:lnSpc>
              <a:spcBef>
                <a:spcPts val="0"/>
              </a:spcBef>
              <a:spcAft>
                <a:spcPts val="600"/>
              </a:spcAft>
              <a:buClr>
                <a:srgbClr val="000000"/>
              </a:buClr>
              <a:buSzTx/>
              <a:buFont typeface="Arial"/>
              <a:buNone/>
              <a:tabLst/>
              <a:defRPr/>
            </a:pPr>
            <a:r>
              <a:rPr kumimoji="0" sz="1400" b="1" i="0" u="none" strike="noStrike" kern="1200" cap="none" spc="0" normalizeH="0" baseline="0" noProof="0" dirty="0" err="1">
                <a:ln>
                  <a:noFill/>
                </a:ln>
                <a:solidFill>
                  <a:srgbClr val="000000"/>
                </a:solidFill>
                <a:effectLst/>
                <a:uLnTx/>
                <a:uFillTx/>
                <a:latin typeface="Microsoft JhengHei"/>
                <a:ea typeface="Microsoft JhengHei"/>
                <a:cs typeface="+mn-cs"/>
              </a:rPr>
              <a:t>時程</a:t>
            </a:r>
            <a:r>
              <a:rPr kumimoji="0" sz="1400" b="0" i="0" u="none" strike="noStrike" kern="1200" cap="none" spc="0" normalizeH="0" baseline="0" noProof="0" dirty="0" err="1">
                <a:ln>
                  <a:noFill/>
                </a:ln>
                <a:solidFill>
                  <a:srgbClr val="000000"/>
                </a:solidFill>
                <a:effectLst/>
                <a:uLnTx/>
                <a:uFillTx/>
                <a:latin typeface="Microsoft JhengHei"/>
                <a:ea typeface="Microsoft JhengHei"/>
                <a:cs typeface="+mn-cs"/>
              </a:rPr>
              <a:t>：Planner</a:t>
            </a:r>
            <a:r>
              <a:rPr kumimoji="0" sz="1400" b="0" i="0" u="none" strike="noStrike" kern="1200" cap="none" spc="0" normalizeH="0" baseline="0" noProof="0" dirty="0">
                <a:ln>
                  <a:noFill/>
                </a:ln>
                <a:solidFill>
                  <a:srgbClr val="000000"/>
                </a:solidFill>
                <a:effectLst/>
                <a:uLnTx/>
                <a:uFillTx/>
                <a:latin typeface="Microsoft JhengHei"/>
                <a:ea typeface="Microsoft JhengHei"/>
                <a:cs typeface="+mn-cs"/>
              </a:rPr>
              <a:t> </a:t>
            </a:r>
            <a:r>
              <a:rPr kumimoji="0" sz="1400" b="0" i="0" u="none" strike="noStrike" kern="1200" cap="none" spc="0" normalizeH="0" baseline="0" noProof="0" dirty="0" err="1">
                <a:ln>
                  <a:noFill/>
                </a:ln>
                <a:solidFill>
                  <a:srgbClr val="000000"/>
                </a:solidFill>
                <a:effectLst/>
                <a:uLnTx/>
                <a:uFillTx/>
                <a:latin typeface="Microsoft JhengHei"/>
                <a:ea typeface="Microsoft JhengHei"/>
                <a:cs typeface="+mn-cs"/>
              </a:rPr>
              <a:t>任務</a:t>
            </a:r>
            <a:r>
              <a:rPr kumimoji="0" lang="zh-TW" altLang="en-US" sz="1400" b="0" i="0" u="none" strike="noStrike" kern="1200" cap="none" spc="0" normalizeH="0" baseline="0" noProof="0" dirty="0">
                <a:ln>
                  <a:noFill/>
                </a:ln>
                <a:solidFill>
                  <a:srgbClr val="000000"/>
                </a:solidFill>
                <a:effectLst/>
                <a:uLnTx/>
                <a:uFillTx/>
                <a:latin typeface="Microsoft JhengHei"/>
                <a:ea typeface="Microsoft JhengHei"/>
                <a:cs typeface="+mn-cs"/>
              </a:rPr>
              <a:t>、時程</a:t>
            </a:r>
            <a:endParaRPr kumimoji="0" sz="1400" b="0" i="0" u="none" strike="noStrike" kern="1200" cap="none" spc="0" normalizeH="0" baseline="0" noProof="0" dirty="0">
              <a:ln>
                <a:noFill/>
              </a:ln>
              <a:solidFill>
                <a:srgbClr val="000000"/>
              </a:solidFill>
              <a:effectLst/>
              <a:uLnTx/>
              <a:uFillTx/>
              <a:latin typeface="Microsoft JhengHei"/>
              <a:ea typeface="Microsoft JhengHei"/>
              <a:cs typeface="+mn-cs"/>
            </a:endParaRPr>
          </a:p>
          <a:p>
            <a:pPr marL="0" marR="0" lvl="0" indent="0" algn="l" defTabSz="914400" rtl="0" eaLnBrk="1" fontAlgn="auto" latinLnBrk="0" hangingPunct="1">
              <a:lnSpc>
                <a:spcPct val="150000"/>
              </a:lnSpc>
              <a:spcBef>
                <a:spcPts val="0"/>
              </a:spcBef>
              <a:spcAft>
                <a:spcPts val="600"/>
              </a:spcAft>
              <a:buClr>
                <a:srgbClr val="000000"/>
              </a:buClr>
              <a:buSzTx/>
              <a:buFont typeface="Arial"/>
              <a:buNone/>
              <a:tabLst/>
              <a:defRPr/>
            </a:pPr>
            <a:r>
              <a:rPr kumimoji="0" sz="1400" b="1" i="0" u="none" strike="noStrike" kern="1200" cap="none" spc="0" normalizeH="0" baseline="0" noProof="0" dirty="0" err="1">
                <a:ln>
                  <a:noFill/>
                </a:ln>
                <a:solidFill>
                  <a:srgbClr val="000000"/>
                </a:solidFill>
                <a:effectLst/>
                <a:uLnTx/>
                <a:uFillTx/>
                <a:latin typeface="Microsoft JhengHei"/>
                <a:ea typeface="Microsoft JhengHei"/>
                <a:cs typeface="+mn-cs"/>
              </a:rPr>
              <a:t>數據</a:t>
            </a:r>
            <a:r>
              <a:rPr kumimoji="0" sz="1400" b="0" i="0" u="none" strike="noStrike" kern="1200" cap="none" spc="0" normalizeH="0" baseline="0" noProof="0" dirty="0" err="1">
                <a:ln>
                  <a:noFill/>
                </a:ln>
                <a:solidFill>
                  <a:srgbClr val="000000"/>
                </a:solidFill>
                <a:effectLst/>
                <a:uLnTx/>
                <a:uFillTx/>
                <a:latin typeface="Microsoft JhengHei"/>
                <a:ea typeface="Microsoft JhengHei"/>
                <a:cs typeface="+mn-cs"/>
              </a:rPr>
              <a:t>：CUBE／神策數據</a:t>
            </a:r>
            <a:endParaRPr kumimoji="0" sz="1400" b="0" i="0" u="none" strike="noStrike" kern="1200" cap="none" spc="0" normalizeH="0" baseline="0" noProof="0" dirty="0">
              <a:ln>
                <a:noFill/>
              </a:ln>
              <a:solidFill>
                <a:srgbClr val="000000"/>
              </a:solidFill>
              <a:effectLst/>
              <a:uLnTx/>
              <a:uFillTx/>
              <a:latin typeface="Microsoft JhengHei"/>
              <a:ea typeface="Microsoft JhengHei"/>
              <a:cs typeface="+mn-cs"/>
            </a:endParaRPr>
          </a:p>
          <a:p>
            <a:pPr lvl="0">
              <a:lnSpc>
                <a:spcPct val="150000"/>
              </a:lnSpc>
              <a:spcAft>
                <a:spcPts val="600"/>
              </a:spcAft>
              <a:buClr>
                <a:srgbClr val="000000"/>
              </a:buClr>
              <a:defRPr/>
            </a:pPr>
            <a:r>
              <a:rPr lang="en-US" altLang="zh-TW" sz="1400" b="1" dirty="0">
                <a:solidFill>
                  <a:srgbClr val="000000"/>
                </a:solidFill>
                <a:latin typeface="Microsoft JhengHei"/>
                <a:ea typeface="Microsoft JhengHei"/>
              </a:rPr>
              <a:t>KPI</a:t>
            </a:r>
            <a:r>
              <a:rPr lang="zh-TW" altLang="en-US" sz="1400" dirty="0">
                <a:solidFill>
                  <a:srgbClr val="000000"/>
                </a:solidFill>
                <a:latin typeface="Microsoft JhengHei"/>
                <a:ea typeface="Microsoft JhengHei"/>
              </a:rPr>
              <a:t>：</a:t>
            </a:r>
            <a:r>
              <a:rPr lang="en-US" altLang="zh-TW" sz="1400" dirty="0">
                <a:solidFill>
                  <a:srgbClr val="000000"/>
                </a:solidFill>
                <a:latin typeface="Microsoft JhengHei"/>
                <a:ea typeface="Microsoft JhengHei"/>
              </a:rPr>
              <a:t>KPI </a:t>
            </a:r>
            <a:r>
              <a:rPr lang="zh-TW" altLang="en-US" sz="1400" dirty="0">
                <a:solidFill>
                  <a:srgbClr val="000000"/>
                </a:solidFill>
                <a:latin typeface="Microsoft JhengHei"/>
                <a:ea typeface="Microsoft JhengHei"/>
              </a:rPr>
              <a:t>目標（</a:t>
            </a:r>
            <a:r>
              <a:rPr lang="en-US" altLang="zh-TW" sz="1400" dirty="0">
                <a:solidFill>
                  <a:srgbClr val="000000"/>
                </a:solidFill>
                <a:latin typeface="Microsoft JhengHei"/>
                <a:ea typeface="Microsoft JhengHei"/>
              </a:rPr>
              <a:t>SharePoint Excel</a:t>
            </a:r>
            <a:r>
              <a:rPr lang="zh-TW" altLang="en-US" sz="1400" dirty="0">
                <a:solidFill>
                  <a:srgbClr val="000000"/>
                </a:solidFill>
                <a:latin typeface="Microsoft JhengHei"/>
                <a:ea typeface="Microsoft JhengHei"/>
              </a:rPr>
              <a:t>）</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8" name="矩形: 圓角 7">
            <a:extLst>
              <a:ext uri="{FF2B5EF4-FFF2-40B4-BE49-F238E27FC236}">
                <a16:creationId xmlns:a16="http://schemas.microsoft.com/office/drawing/2014/main" id="{03584C9E-544C-1A9D-E66E-1496712C5394}"/>
              </a:ext>
            </a:extLst>
          </p:cNvPr>
          <p:cNvSpPr/>
          <p:nvPr/>
        </p:nvSpPr>
        <p:spPr>
          <a:xfrm>
            <a:off x="332096" y="2643116"/>
            <a:ext cx="6335404" cy="2456597"/>
          </a:xfrm>
          <a:prstGeom prst="roundRect">
            <a:avLst>
              <a:gd name="adj" fmla="val 9445"/>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sp>
        <p:nvSpPr>
          <p:cNvPr id="69" name="Google Shape;69;p7"/>
          <p:cNvSpPr txBox="1">
            <a:spLocks noGrp="1"/>
          </p:cNvSpPr>
          <p:nvPr>
            <p:ph type="title"/>
          </p:nvPr>
        </p:nvSpPr>
        <p:spPr>
          <a:xfrm>
            <a:off x="365895" y="150922"/>
            <a:ext cx="11342694" cy="6352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zh-TW" sz="2800" b="1"/>
              <a:t>流程簡述</a:t>
            </a:r>
            <a:endParaRPr/>
          </a:p>
        </p:txBody>
      </p:sp>
      <p:sp>
        <p:nvSpPr>
          <p:cNvPr id="70" name="Google Shape;70;p7"/>
          <p:cNvSpPr txBox="1"/>
          <p:nvPr/>
        </p:nvSpPr>
        <p:spPr>
          <a:xfrm>
            <a:off x="365895" y="955131"/>
            <a:ext cx="7693150"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0000"/>
              </a:buClr>
              <a:buSzPts val="1800"/>
              <a:buFont typeface="Arial"/>
              <a:buNone/>
              <a:tabLst/>
              <a:defRPr/>
            </a:pPr>
            <a:r>
              <a:rPr kumimoji="0" lang="en-US" altLang="zh-TW" sz="1800" b="1" i="0" u="none" strike="noStrike" kern="0" cap="none" spc="0" normalizeH="0" baseline="0" noProof="0">
                <a:ln>
                  <a:noFill/>
                </a:ln>
                <a:solidFill>
                  <a:srgbClr val="FF0000"/>
                </a:solidFill>
                <a:effectLst/>
                <a:uLnTx/>
                <a:uFillTx/>
                <a:latin typeface="Microsoft JhengHei"/>
                <a:ea typeface="Microsoft JhengHei"/>
                <a:cs typeface="Microsoft JhengHei"/>
                <a:sym typeface="Microsoft JhengHei"/>
              </a:rPr>
              <a:t>AI Agent </a:t>
            </a:r>
            <a:r>
              <a:rPr kumimoji="0" lang="zh-TW" altLang="en-US" sz="1800" b="1" i="0" u="none" strike="noStrike" kern="0" cap="none" spc="0" normalizeH="0" baseline="0" noProof="0">
                <a:ln>
                  <a:noFill/>
                </a:ln>
                <a:solidFill>
                  <a:srgbClr val="FF0000"/>
                </a:solidFill>
                <a:effectLst/>
                <a:uLnTx/>
                <a:uFillTx/>
                <a:latin typeface="Microsoft JhengHei"/>
                <a:ea typeface="Microsoft JhengHei"/>
                <a:cs typeface="Microsoft JhengHei"/>
                <a:sym typeface="Microsoft JhengHei"/>
              </a:rPr>
              <a:t>的整體架構，用文字詳述</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6" name="文字方塊 5">
            <a:extLst>
              <a:ext uri="{FF2B5EF4-FFF2-40B4-BE49-F238E27FC236}">
                <a16:creationId xmlns:a16="http://schemas.microsoft.com/office/drawing/2014/main" id="{DE799AA1-389D-9CF3-1660-129B50C70817}"/>
              </a:ext>
            </a:extLst>
          </p:cNvPr>
          <p:cNvSpPr txBox="1"/>
          <p:nvPr/>
        </p:nvSpPr>
        <p:spPr>
          <a:xfrm>
            <a:off x="368300" y="1524000"/>
            <a:ext cx="6299200" cy="369332"/>
          </a:xfrm>
          <a:prstGeom prst="rect">
            <a:avLst/>
          </a:prstGeom>
          <a:noFill/>
        </p:spPr>
        <p:txBody>
          <a:bodyPr vert="horz" wrap="square" lIns="50800" tIns="25400" rIns="50800" bIns="25400" rtlCol="0" anchor="t">
            <a:noAutofit/>
          </a:bodyPr>
          <a:lstStyle/>
          <a:p>
            <a:pPr marL="0" marR="0" lvl="0" indent="0" algn="l" defTabSz="914400" rtl="0" eaLnBrk="1" fontAlgn="auto" latinLnBrk="0" hangingPunct="1">
              <a:lnSpc>
                <a:spcPct val="128000"/>
              </a:lnSpc>
              <a:spcBef>
                <a:spcPts val="400"/>
              </a:spcBef>
              <a:spcAft>
                <a:spcPts val="0"/>
              </a:spcAft>
              <a:buClrTx/>
              <a:buSzTx/>
              <a:buFontTx/>
              <a:buNone/>
              <a:tabLst/>
              <a:defRPr/>
            </a:pPr>
            <a:r>
              <a:rPr kumimoji="0" lang="zh-TW" altLang="en-US" sz="1400" b="1" i="0" u="none" strike="noStrike" kern="1200" cap="none" spc="0" normalizeH="0" baseline="0" noProof="0" dirty="0">
                <a:ln>
                  <a:noFill/>
                </a:ln>
                <a:solidFill>
                  <a:srgbClr val="0F1827"/>
                </a:solidFill>
                <a:effectLst/>
                <a:uLnTx/>
                <a:uFillTx/>
                <a:latin typeface="Microsoft YaHei" panose="020B0503020204020204" pitchFamily="34" charset="-122"/>
                <a:ea typeface="Microsoft YaHei" panose="020B0503020204020204" pitchFamily="34" charset="-122"/>
                <a:cs typeface="+mn-cs"/>
              </a:rPr>
              <a:t>▌ </a:t>
            </a:r>
            <a:r>
              <a:rPr kumimoji="0" lang="en-US" altLang="zh-TW" sz="1400" b="1" i="0" u="none" strike="noStrike" kern="1200" cap="none" spc="0" normalizeH="0" baseline="0" noProof="0" dirty="0">
                <a:ln>
                  <a:noFill/>
                </a:ln>
                <a:solidFill>
                  <a:srgbClr val="0F1827"/>
                </a:solidFill>
                <a:effectLst/>
                <a:uLnTx/>
                <a:uFillTx/>
                <a:latin typeface="Microsoft YaHei" panose="020B0503020204020204" pitchFamily="34" charset="-122"/>
                <a:ea typeface="Microsoft YaHei" panose="020B0503020204020204" pitchFamily="34" charset="-122"/>
                <a:cs typeface="+mn-cs"/>
              </a:rPr>
              <a:t>1.</a:t>
            </a:r>
            <a:r>
              <a:rPr kumimoji="0" lang="zh-TW" altLang="en-US" sz="1400" b="1" i="0" u="none" strike="noStrike" kern="1200" cap="none" spc="0" normalizeH="0" baseline="0" noProof="0" dirty="0">
                <a:ln>
                  <a:noFill/>
                </a:ln>
                <a:solidFill>
                  <a:srgbClr val="0F1827"/>
                </a:solidFill>
                <a:effectLst/>
                <a:uLnTx/>
                <a:uFillTx/>
                <a:latin typeface="Microsoft YaHei" panose="020B0503020204020204" pitchFamily="34" charset="-122"/>
                <a:ea typeface="Microsoft YaHei" panose="020B0503020204020204" pitchFamily="34" charset="-122"/>
                <a:cs typeface="+mn-cs"/>
              </a:rPr>
              <a:t> 架構組成</a:t>
            </a:r>
          </a:p>
          <a:p>
            <a:pPr marL="0" marR="0" lvl="0" indent="0" algn="l" defTabSz="914400" rtl="0" eaLnBrk="1" fontAlgn="auto" latinLnBrk="0" hangingPunct="1">
              <a:lnSpc>
                <a:spcPct val="128000"/>
              </a:lnSpc>
              <a:spcBef>
                <a:spcPts val="400"/>
              </a:spcBef>
              <a:spcAft>
                <a:spcPts val="0"/>
              </a:spcAft>
              <a:buClrTx/>
              <a:buSzTx/>
              <a:buFontTx/>
              <a:buNone/>
              <a:tabLst/>
              <a:defRPr/>
            </a:pP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AIPM </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建在 </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Microsoft Copilot Studio</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Azure OpenAI</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）；主 </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Agent </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依意圖分流給四個子 </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Agent</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，經 </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Power Automate </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串接 </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Planner</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Teams</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SharePoint</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a:t>
            </a:r>
          </a:p>
          <a:p>
            <a:pPr marL="0" marR="0" lvl="0" indent="0" algn="l" defTabSz="914400" rtl="0" eaLnBrk="1" fontAlgn="auto" latinLnBrk="0" hangingPunct="1">
              <a:lnSpc>
                <a:spcPct val="128000"/>
              </a:lnSpc>
              <a:spcBef>
                <a:spcPts val="0"/>
              </a:spcBef>
              <a:spcAft>
                <a:spcPts val="0"/>
              </a:spcAft>
              <a:buClrTx/>
              <a:buSzTx/>
              <a:buFontTx/>
              <a:buNone/>
              <a:tabLst/>
              <a:defRPr/>
            </a:pPr>
            <a:endParaRPr kumimoji="0" lang="zh-TW" altLang="en-US" sz="6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endParaRPr>
          </a:p>
          <a:p>
            <a:pPr marL="0" marR="0" lvl="0" indent="0" algn="l" defTabSz="914400" rtl="0" eaLnBrk="1" fontAlgn="auto" latinLnBrk="0" hangingPunct="1">
              <a:lnSpc>
                <a:spcPct val="128000"/>
              </a:lnSpc>
              <a:spcBef>
                <a:spcPts val="1600"/>
              </a:spcBef>
              <a:spcAft>
                <a:spcPts val="0"/>
              </a:spcAft>
              <a:buClrTx/>
              <a:buSzTx/>
              <a:buFontTx/>
              <a:buNone/>
              <a:tabLst/>
              <a:defRPr/>
            </a:pPr>
            <a:r>
              <a:rPr kumimoji="0" lang="zh-TW" altLang="en-US" sz="1400" b="1"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主 </a:t>
            </a:r>
            <a:r>
              <a:rPr kumimoji="0" lang="en-US" altLang="zh-TW" sz="1400" b="1"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Agent</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｜判斷 </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PM </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需求、意圖分流</a:t>
            </a:r>
          </a:p>
          <a:p>
            <a:pPr marL="0" marR="0" lvl="0" indent="0" algn="l" defTabSz="914400" rtl="0" eaLnBrk="1" fontAlgn="auto" latinLnBrk="0" hangingPunct="1">
              <a:lnSpc>
                <a:spcPct val="128000"/>
              </a:lnSpc>
              <a:spcBef>
                <a:spcPts val="1600"/>
              </a:spcBef>
              <a:spcAft>
                <a:spcPts val="0"/>
              </a:spcAft>
              <a:buClrTx/>
              <a:buSzTx/>
              <a:buFontTx/>
              <a:buNone/>
              <a:tabLst/>
              <a:defRPr/>
            </a:pPr>
            <a:r>
              <a:rPr kumimoji="0" lang="zh-TW" altLang="en-US" sz="1400" b="1"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會議記錄</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｜逐字稿 → 結論＋待辦 → </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PM </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確認 → </a:t>
            </a:r>
            <a:r>
              <a:rPr kumimoji="0" lang="en-US" altLang="zh-TW" sz="1400" b="1" i="0" u="none" strike="noStrike" kern="1200" cap="none" spc="0" normalizeH="0" baseline="0" noProof="0" dirty="0">
                <a:ln>
                  <a:noFill/>
                </a:ln>
                <a:solidFill>
                  <a:srgbClr val="C0504D"/>
                </a:solidFill>
                <a:effectLst/>
                <a:uLnTx/>
                <a:uFillTx/>
                <a:latin typeface="Microsoft JhengHei" panose="020B0604030504040204" pitchFamily="34" charset="-120"/>
                <a:ea typeface="Microsoft JhengHei" panose="020B0604030504040204" pitchFamily="34" charset="-120"/>
                <a:cs typeface="+mn-cs"/>
              </a:rPr>
              <a:t>Planner </a:t>
            </a:r>
            <a:r>
              <a:rPr kumimoji="0" lang="en-US" altLang="zh-TW" sz="1400" b="1" i="0" u="none" strike="noStrike" kern="1200" cap="none" spc="0" normalizeH="0" baseline="0" noProof="0" dirty="0">
                <a:ln>
                  <a:noFill/>
                </a:ln>
                <a:solidFill>
                  <a:srgbClr val="C0504D"/>
                </a:solidFill>
                <a:effectLst/>
                <a:uLnTx/>
                <a:uFillTx/>
                <a:latin typeface="Microsoft JhengHei" panose="020B0604030504040204" pitchFamily="34" charset="-120"/>
                <a:ea typeface="Microsoft JhengHei" panose="020B0604030504040204" pitchFamily="34" charset="-120"/>
                <a:cs typeface="+mn-cs"/>
                <a:sym typeface="Wingdings" panose="05000000000000000000" pitchFamily="2" charset="2"/>
              </a:rPr>
              <a:t></a:t>
            </a:r>
            <a:r>
              <a:rPr kumimoji="0" lang="zh-TW" altLang="en-US" sz="1400" b="1" i="0" u="none" strike="noStrike" kern="1200" cap="none" spc="0" normalizeH="0" baseline="0" noProof="0" dirty="0">
                <a:ln>
                  <a:noFill/>
                </a:ln>
                <a:solidFill>
                  <a:srgbClr val="C0504D"/>
                </a:solidFill>
                <a:effectLst/>
                <a:uLnTx/>
                <a:uFillTx/>
                <a:latin typeface="Microsoft JhengHei" panose="020B0604030504040204" pitchFamily="34" charset="-120"/>
                <a:ea typeface="Microsoft JhengHei" panose="020B0604030504040204" pitchFamily="34" charset="-120"/>
                <a:cs typeface="+mn-cs"/>
                <a:sym typeface="Wingdings" panose="05000000000000000000" pitchFamily="2" charset="2"/>
              </a:rPr>
              <a:t>指派</a:t>
            </a:r>
            <a:r>
              <a:rPr lang="zh-TW" altLang="en-US" sz="1400" b="1" dirty="0">
                <a:solidFill>
                  <a:srgbClr val="C0504D"/>
                </a:solidFill>
                <a:latin typeface="Microsoft JhengHei" panose="020B0604030504040204" pitchFamily="34" charset="-120"/>
                <a:ea typeface="Microsoft JhengHei" panose="020B0604030504040204" pitchFamily="34" charset="-120"/>
                <a:sym typeface="Wingdings" panose="05000000000000000000" pitchFamily="2" charset="2"/>
              </a:rPr>
              <a:t>成員</a:t>
            </a:r>
            <a:endParaRPr kumimoji="0" lang="zh-TW" altLang="en-US" sz="1400" b="1" i="0" u="none" strike="noStrike" kern="1200" cap="none" spc="0" normalizeH="0" baseline="0" noProof="0" dirty="0">
              <a:ln>
                <a:noFill/>
              </a:ln>
              <a:solidFill>
                <a:srgbClr val="C0504D"/>
              </a:solidFill>
              <a:effectLst/>
              <a:uLnTx/>
              <a:uFillTx/>
              <a:latin typeface="Microsoft JhengHei" panose="020B0604030504040204" pitchFamily="34" charset="-120"/>
              <a:ea typeface="Microsoft JhengHei" panose="020B0604030504040204" pitchFamily="34" charset="-120"/>
              <a:cs typeface="+mn-cs"/>
            </a:endParaRPr>
          </a:p>
          <a:p>
            <a:pPr marL="0" marR="0" lvl="0" indent="0" algn="l" defTabSz="914400" rtl="0" eaLnBrk="1" fontAlgn="auto" latinLnBrk="0" hangingPunct="1">
              <a:lnSpc>
                <a:spcPct val="128000"/>
              </a:lnSpc>
              <a:spcBef>
                <a:spcPts val="1600"/>
              </a:spcBef>
              <a:spcAft>
                <a:spcPts val="0"/>
              </a:spcAft>
              <a:buClrTx/>
              <a:buSzTx/>
              <a:buFontTx/>
              <a:buNone/>
              <a:tabLst/>
              <a:defRPr/>
            </a:pPr>
            <a:r>
              <a:rPr kumimoji="0" lang="zh-TW" altLang="en-US" sz="1400" b="1"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時程</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｜掃逾期／到期 → </a:t>
            </a:r>
            <a:r>
              <a:rPr kumimoji="0" lang="zh-TW" altLang="en-US" sz="1400" b="1" i="0" u="none" strike="noStrike" kern="1200" cap="none" spc="0" normalizeH="0" baseline="0" noProof="0" dirty="0">
                <a:ln>
                  <a:noFill/>
                </a:ln>
                <a:solidFill>
                  <a:srgbClr val="C0504D"/>
                </a:solidFill>
                <a:effectLst/>
                <a:uLnTx/>
                <a:uFillTx/>
                <a:latin typeface="Microsoft JhengHei" panose="020B0604030504040204" pitchFamily="34" charset="-120"/>
                <a:ea typeface="Microsoft JhengHei" panose="020B0604030504040204" pitchFamily="34" charset="-120"/>
                <a:cs typeface="+mn-cs"/>
              </a:rPr>
              <a:t>催辦草稿</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PM </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確認後發）→ </a:t>
            </a:r>
            <a:r>
              <a:rPr kumimoji="0" lang="en-US" altLang="zh-TW" sz="1400" b="1" i="0" u="none" strike="noStrike" kern="1200" cap="none" spc="0" normalizeH="0" baseline="0" noProof="0" dirty="0">
                <a:ln>
                  <a:noFill/>
                </a:ln>
                <a:solidFill>
                  <a:srgbClr val="C0504D"/>
                </a:solidFill>
                <a:effectLst/>
                <a:uLnTx/>
                <a:uFillTx/>
                <a:latin typeface="Microsoft JhengHei" panose="020B0604030504040204" pitchFamily="34" charset="-120"/>
                <a:ea typeface="Microsoft JhengHei" panose="020B0604030504040204" pitchFamily="34" charset="-120"/>
                <a:cs typeface="+mn-cs"/>
              </a:rPr>
              <a:t>Power BI </a:t>
            </a:r>
            <a:r>
              <a:rPr kumimoji="0" lang="zh-TW" altLang="en-US" sz="1400" b="1" i="0" u="none" strike="noStrike" kern="1200" cap="none" spc="0" normalizeH="0" baseline="0" noProof="0" dirty="0">
                <a:ln>
                  <a:noFill/>
                </a:ln>
                <a:solidFill>
                  <a:srgbClr val="C0504D"/>
                </a:solidFill>
                <a:effectLst/>
                <a:uLnTx/>
                <a:uFillTx/>
                <a:latin typeface="Microsoft JhengHei" panose="020B0604030504040204" pitchFamily="34" charset="-120"/>
                <a:ea typeface="Microsoft JhengHei" panose="020B0604030504040204" pitchFamily="34" charset="-120"/>
                <a:cs typeface="+mn-cs"/>
              </a:rPr>
              <a:t>甘特圖</a:t>
            </a:r>
          </a:p>
          <a:p>
            <a:pPr marL="0" marR="0" lvl="0" indent="0" algn="l" defTabSz="914400" rtl="0" eaLnBrk="1" fontAlgn="auto" latinLnBrk="0" hangingPunct="1">
              <a:lnSpc>
                <a:spcPct val="128000"/>
              </a:lnSpc>
              <a:spcBef>
                <a:spcPts val="1600"/>
              </a:spcBef>
              <a:spcAft>
                <a:spcPts val="0"/>
              </a:spcAft>
              <a:buClrTx/>
              <a:buSzTx/>
              <a:buFontTx/>
              <a:buNone/>
              <a:tabLst/>
              <a:defRPr/>
            </a:pPr>
            <a:r>
              <a:rPr kumimoji="0" lang="zh-TW" altLang="en-US" sz="1400" b="1"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數據</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｜查 </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CUBE</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／神策提取需要數字→ </a:t>
            </a:r>
            <a:r>
              <a:rPr kumimoji="0" lang="zh-TW" altLang="en-US" sz="1400" b="1" i="0" u="none" strike="noStrike" kern="1200" cap="none" spc="0" normalizeH="0" baseline="0" noProof="0" dirty="0">
                <a:ln>
                  <a:noFill/>
                </a:ln>
                <a:solidFill>
                  <a:srgbClr val="C0504D"/>
                </a:solidFill>
                <a:effectLst/>
                <a:uLnTx/>
                <a:uFillTx/>
                <a:latin typeface="Microsoft JhengHei" panose="020B0604030504040204" pitchFamily="34" charset="-120"/>
                <a:ea typeface="Microsoft JhengHei" panose="020B0604030504040204" pitchFamily="34" charset="-120"/>
                <a:cs typeface="+mn-cs"/>
              </a:rPr>
              <a:t>儀錶板摘要</a:t>
            </a:r>
          </a:p>
          <a:p>
            <a:pPr marL="0" marR="0" lvl="0" indent="0" algn="l" defTabSz="914400" rtl="0" eaLnBrk="1" fontAlgn="auto" latinLnBrk="0" hangingPunct="1">
              <a:lnSpc>
                <a:spcPct val="128000"/>
              </a:lnSpc>
              <a:spcBef>
                <a:spcPts val="1600"/>
              </a:spcBef>
              <a:spcAft>
                <a:spcPts val="0"/>
              </a:spcAft>
              <a:buClrTx/>
              <a:buSzTx/>
              <a:buFontTx/>
              <a:buNone/>
              <a:tabLst/>
              <a:defRPr/>
            </a:pPr>
            <a:r>
              <a:rPr kumimoji="0" lang="en-US" altLang="zh-TW" sz="1400" b="1"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KPI</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a:t>
            </a:r>
            <a:r>
              <a:rPr kumimoji="0" lang="zh-TW" altLang="en-US" sz="1400" b="1" i="0" u="none" strike="noStrike" kern="1200" cap="none" spc="0" normalizeH="0" baseline="0" noProof="0" dirty="0">
                <a:ln>
                  <a:noFill/>
                </a:ln>
                <a:solidFill>
                  <a:srgbClr val="C0504D"/>
                </a:solidFill>
                <a:effectLst/>
                <a:uLnTx/>
                <a:uFillTx/>
                <a:latin typeface="Microsoft JhengHei" panose="020B0604030504040204" pitchFamily="34" charset="-120"/>
                <a:ea typeface="Microsoft JhengHei" panose="020B0604030504040204" pitchFamily="34" charset="-120"/>
                <a:cs typeface="+mn-cs"/>
              </a:rPr>
              <a:t>算節點達成率與缺口</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（純程式計算、建議標「參考」）</a:t>
            </a:r>
          </a:p>
        </p:txBody>
      </p:sp>
      <p:sp>
        <p:nvSpPr>
          <p:cNvPr id="7" name="文字方塊 6">
            <a:extLst>
              <a:ext uri="{FF2B5EF4-FFF2-40B4-BE49-F238E27FC236}">
                <a16:creationId xmlns:a16="http://schemas.microsoft.com/office/drawing/2014/main" id="{7C1EAB8D-5060-CFF2-DC40-CC447D8CA772}"/>
              </a:ext>
            </a:extLst>
          </p:cNvPr>
          <p:cNvSpPr txBox="1"/>
          <p:nvPr/>
        </p:nvSpPr>
        <p:spPr>
          <a:xfrm>
            <a:off x="6870700" y="1524000"/>
            <a:ext cx="4953000" cy="3810000"/>
          </a:xfrm>
          <a:prstGeom prst="rect">
            <a:avLst/>
          </a:prstGeom>
          <a:noFill/>
        </p:spPr>
        <p:txBody>
          <a:bodyPr vert="horz" wrap="square" lIns="50800" tIns="25400" rIns="50800" bIns="25400" rtlCol="0" anchor="t">
            <a:noAutofit/>
          </a:bodyPr>
          <a:lstStyle/>
          <a:p>
            <a:pPr>
              <a:lnSpc>
                <a:spcPct val="128000"/>
              </a:lnSpc>
              <a:spcBef>
                <a:spcPts val="400"/>
              </a:spcBef>
            </a:pPr>
            <a:r>
              <a:rPr lang="zh-TW" altLang="en-US" sz="1400" b="1" dirty="0">
                <a:solidFill>
                  <a:srgbClr val="0F1827"/>
                </a:solidFill>
                <a:latin typeface="Microsoft YaHei" panose="020B0503020204020204" pitchFamily="34" charset="-122"/>
                <a:ea typeface="Microsoft YaHei" panose="020B0503020204020204" pitchFamily="34" charset="-122"/>
              </a:rPr>
              <a:t>▌ </a:t>
            </a:r>
            <a:r>
              <a:rPr lang="en-US" altLang="zh-TW" sz="1400" b="1" dirty="0">
                <a:solidFill>
                  <a:srgbClr val="0F1827"/>
                </a:solidFill>
                <a:latin typeface="Microsoft YaHei" panose="020B0503020204020204" pitchFamily="34" charset="-122"/>
                <a:ea typeface="Microsoft YaHei" panose="020B0503020204020204" pitchFamily="34" charset="-122"/>
              </a:rPr>
              <a:t>2.</a:t>
            </a:r>
            <a:r>
              <a:rPr lang="zh-TW" altLang="en-US" sz="1400" b="1" dirty="0">
                <a:solidFill>
                  <a:srgbClr val="0F1827"/>
                </a:solidFill>
                <a:latin typeface="Microsoft YaHei" panose="020B0503020204020204" pitchFamily="34" charset="-122"/>
                <a:ea typeface="Microsoft YaHei" panose="020B0503020204020204" pitchFamily="34" charset="-122"/>
              </a:rPr>
              <a:t> 協作閉環</a:t>
            </a:r>
          </a:p>
          <a:p>
            <a:pPr marL="0" marR="0" lvl="0" indent="0" algn="l" defTabSz="914400" rtl="0" eaLnBrk="1" fontAlgn="auto" latinLnBrk="0" hangingPunct="1">
              <a:lnSpc>
                <a:spcPct val="128000"/>
              </a:lnSpc>
              <a:spcBef>
                <a:spcPts val="400"/>
              </a:spcBef>
              <a:spcAft>
                <a:spcPts val="0"/>
              </a:spcAft>
              <a:buClrTx/>
              <a:buSzTx/>
              <a:buFontTx/>
              <a:buNone/>
              <a:tabLst/>
              <a:defRPr/>
            </a:pP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共用資料層＝</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Planner</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SharePoint</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a:t>
            </a:r>
            <a:endPar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endParaRPr>
          </a:p>
          <a:p>
            <a:pPr marL="0" marR="0" lvl="0" indent="0" algn="l" defTabSz="914400" rtl="0" eaLnBrk="1" fontAlgn="auto" latinLnBrk="0" hangingPunct="1">
              <a:lnSpc>
                <a:spcPct val="128000"/>
              </a:lnSpc>
              <a:spcBef>
                <a:spcPts val="400"/>
              </a:spcBef>
              <a:spcAft>
                <a:spcPts val="0"/>
              </a:spcAft>
              <a:buClrTx/>
              <a:buSzTx/>
              <a:buFontTx/>
              <a:buNone/>
              <a:tabLst/>
              <a:defRPr/>
            </a:pP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會議記錄開單 → 時程接手追蹤 → </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KPI </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算達成率</a:t>
            </a:r>
          </a:p>
          <a:p>
            <a:pPr marL="0" marR="0" lvl="0" indent="0" algn="l" defTabSz="914400" rtl="0" eaLnBrk="1" fontAlgn="auto" latinLnBrk="0" hangingPunct="1">
              <a:lnSpc>
                <a:spcPct val="128000"/>
              </a:lnSpc>
              <a:spcBef>
                <a:spcPts val="0"/>
              </a:spcBef>
              <a:spcAft>
                <a:spcPts val="0"/>
              </a:spcAft>
              <a:buClrTx/>
              <a:buSzTx/>
              <a:buFontTx/>
              <a:buNone/>
              <a:tabLst/>
              <a:defRPr/>
            </a:pPr>
            <a:endParaRPr kumimoji="0" lang="zh-TW" altLang="en-US" sz="6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endParaRPr>
          </a:p>
          <a:p>
            <a:pPr>
              <a:lnSpc>
                <a:spcPct val="128000"/>
              </a:lnSpc>
              <a:spcBef>
                <a:spcPts val="400"/>
              </a:spcBef>
            </a:pPr>
            <a:r>
              <a:rPr lang="zh-TW" altLang="en-US" sz="1400" b="1" dirty="0">
                <a:solidFill>
                  <a:srgbClr val="0F1827"/>
                </a:solidFill>
                <a:latin typeface="Microsoft YaHei" panose="020B0503020204020204" pitchFamily="34" charset="-122"/>
                <a:ea typeface="Microsoft YaHei" panose="020B0503020204020204" pitchFamily="34" charset="-122"/>
              </a:rPr>
              <a:t>▌ </a:t>
            </a:r>
            <a:r>
              <a:rPr lang="en-US" altLang="zh-TW" sz="1400" b="1" dirty="0">
                <a:solidFill>
                  <a:srgbClr val="0F1827"/>
                </a:solidFill>
                <a:latin typeface="Microsoft YaHei" panose="020B0503020204020204" pitchFamily="34" charset="-122"/>
                <a:ea typeface="Microsoft YaHei" panose="020B0503020204020204" pitchFamily="34" charset="-122"/>
              </a:rPr>
              <a:t>3.</a:t>
            </a:r>
            <a:r>
              <a:rPr lang="zh-TW" altLang="en-US" sz="1400" b="1" dirty="0">
                <a:solidFill>
                  <a:srgbClr val="0F1827"/>
                </a:solidFill>
                <a:latin typeface="Microsoft YaHei" panose="020B0503020204020204" pitchFamily="34" charset="-122"/>
                <a:ea typeface="Microsoft YaHei" panose="020B0503020204020204" pitchFamily="34" charset="-122"/>
              </a:rPr>
              <a:t> 安全設計</a:t>
            </a:r>
          </a:p>
          <a:p>
            <a:pPr marL="0" marR="0" lvl="0" indent="0" algn="l" defTabSz="914400" rtl="0" eaLnBrk="1" fontAlgn="auto" latinLnBrk="0" hangingPunct="1">
              <a:lnSpc>
                <a:spcPct val="128000"/>
              </a:lnSpc>
              <a:spcBef>
                <a:spcPts val="400"/>
              </a:spcBef>
              <a:spcAft>
                <a:spcPts val="0"/>
              </a:spcAft>
              <a:buClrTx/>
              <a:buSzTx/>
              <a:buFontTx/>
              <a:buNone/>
              <a:tabLst/>
              <a:defRPr/>
            </a:pP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寫入／外送一律 </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PM </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確認、全程稽核 </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Log</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；資料存於 </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Microsoft Cloud </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信任邊界、不用於模型訓練</a:t>
            </a:r>
          </a:p>
          <a:p>
            <a:pPr marL="0" marR="0" lvl="0" indent="0" algn="l" defTabSz="914400" rtl="0" eaLnBrk="1" fontAlgn="auto" latinLnBrk="0" hangingPunct="1">
              <a:lnSpc>
                <a:spcPct val="128000"/>
              </a:lnSpc>
              <a:spcBef>
                <a:spcPts val="0"/>
              </a:spcBef>
              <a:spcAft>
                <a:spcPts val="0"/>
              </a:spcAft>
              <a:buClrTx/>
              <a:buSzTx/>
              <a:buFontTx/>
              <a:buNone/>
              <a:tabLst/>
              <a:defRPr/>
            </a:pPr>
            <a:endParaRPr kumimoji="0" lang="zh-TW" altLang="en-US" sz="6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endParaRPr>
          </a:p>
          <a:p>
            <a:pPr marR="0" lvl="0" indent="0" fontAlgn="auto">
              <a:lnSpc>
                <a:spcPct val="128000"/>
              </a:lnSpc>
              <a:spcBef>
                <a:spcPts val="400"/>
              </a:spcBef>
              <a:spcAft>
                <a:spcPts val="0"/>
              </a:spcAft>
              <a:buClrTx/>
              <a:buSzTx/>
              <a:buFontTx/>
              <a:buNone/>
              <a:tabLst/>
              <a:defRPr/>
            </a:pPr>
            <a:r>
              <a:rPr lang="zh-TW" altLang="en-US" sz="1400" b="1" dirty="0">
                <a:solidFill>
                  <a:srgbClr val="0F1827"/>
                </a:solidFill>
                <a:latin typeface="Microsoft YaHei" panose="020B0503020204020204" pitchFamily="34" charset="-122"/>
                <a:ea typeface="Microsoft YaHei" panose="020B0503020204020204" pitchFamily="34" charset="-122"/>
              </a:rPr>
              <a:t>▌ </a:t>
            </a:r>
            <a:r>
              <a:rPr lang="en-US" altLang="zh-TW" sz="1400" b="1" dirty="0">
                <a:solidFill>
                  <a:srgbClr val="0F1827"/>
                </a:solidFill>
                <a:latin typeface="Microsoft YaHei" panose="020B0503020204020204" pitchFamily="34" charset="-122"/>
                <a:ea typeface="Microsoft YaHei" panose="020B0503020204020204" pitchFamily="34" charset="-122"/>
              </a:rPr>
              <a:t>4.</a:t>
            </a:r>
            <a:r>
              <a:rPr lang="zh-TW" altLang="en-US" sz="1400" b="1" dirty="0">
                <a:solidFill>
                  <a:srgbClr val="0F1827"/>
                </a:solidFill>
                <a:latin typeface="Microsoft YaHei" panose="020B0503020204020204" pitchFamily="34" charset="-122"/>
                <a:ea typeface="Microsoft YaHei" panose="020B0503020204020204" pitchFamily="34" charset="-122"/>
              </a:rPr>
              <a:t> 落地規劃</a:t>
            </a:r>
          </a:p>
          <a:p>
            <a:pPr marL="0" marR="0" lvl="0" indent="0" algn="l" defTabSz="914400" rtl="0" eaLnBrk="1" fontAlgn="auto" latinLnBrk="0" hangingPunct="1">
              <a:lnSpc>
                <a:spcPct val="128000"/>
              </a:lnSpc>
              <a:spcBef>
                <a:spcPts val="400"/>
              </a:spcBef>
              <a:spcAft>
                <a:spcPts val="0"/>
              </a:spcAft>
              <a:buClrTx/>
              <a:buSzTx/>
              <a:buFontTx/>
              <a:buNone/>
              <a:tabLst/>
              <a:defRPr/>
            </a:pP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Phase 1</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（零基建、</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1–2 </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週可完成）：會議記錄＋時程</a:t>
            </a:r>
          </a:p>
          <a:p>
            <a:pPr marL="0" marR="0" lvl="0" indent="0" algn="l" defTabSz="914400" rtl="0" eaLnBrk="1" fontAlgn="auto" latinLnBrk="0" hangingPunct="1">
              <a:lnSpc>
                <a:spcPct val="128000"/>
              </a:lnSpc>
              <a:spcBef>
                <a:spcPts val="400"/>
              </a:spcBef>
              <a:spcAft>
                <a:spcPts val="0"/>
              </a:spcAft>
              <a:buClrTx/>
              <a:buSzTx/>
              <a:buFontTx/>
              <a:buNone/>
              <a:tabLst/>
              <a:defRPr/>
            </a:pP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Phase 2</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gateway </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到位）：數據＋</a:t>
            </a:r>
            <a:r>
              <a:rPr kumimoji="0" lang="en-US" altLang="zh-TW"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KPI </a:t>
            </a:r>
            <a:r>
              <a:rPr kumimoji="0" lang="zh-TW" altLang="en-US" sz="14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mn-cs"/>
              </a:rPr>
              <a:t>業務層</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8"/>
          <p:cNvSpPr txBox="1">
            <a:spLocks noGrp="1"/>
          </p:cNvSpPr>
          <p:nvPr>
            <p:ph type="title"/>
          </p:nvPr>
        </p:nvSpPr>
        <p:spPr>
          <a:xfrm>
            <a:off x="365895" y="150922"/>
            <a:ext cx="11342694" cy="6352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zh-TW" sz="2800" b="1"/>
              <a:t>流程示意圖</a:t>
            </a:r>
            <a:endParaRPr/>
          </a:p>
        </p:txBody>
      </p:sp>
      <p:pic>
        <p:nvPicPr>
          <p:cNvPr id="4" name="圖片 3">
            <a:extLst>
              <a:ext uri="{FF2B5EF4-FFF2-40B4-BE49-F238E27FC236}">
                <a16:creationId xmlns:a16="http://schemas.microsoft.com/office/drawing/2014/main" id="{A5138597-CC39-3990-525C-B741A4109C5C}"/>
              </a:ext>
            </a:extLst>
          </p:cNvPr>
          <p:cNvPicPr>
            <a:picLocks noChangeAspect="1"/>
          </p:cNvPicPr>
          <p:nvPr/>
        </p:nvPicPr>
        <p:blipFill>
          <a:blip r:embed="rId3">
            <a:extLst>
              <a:ext uri="{28A0092B-C50C-407E-A947-70E740481C1C}">
                <a14:useLocalDpi xmlns:a14="http://schemas.microsoft.com/office/drawing/2010/main" val="0"/>
              </a:ext>
            </a:extLst>
          </a:blip>
          <a:srcRect l="523" t="8755" r="558" b="1426"/>
          <a:stretch>
            <a:fillRect/>
          </a:stretch>
        </p:blipFill>
        <p:spPr>
          <a:xfrm>
            <a:off x="502693" y="857431"/>
            <a:ext cx="11043313" cy="564038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g3e9888fc26a_0_5"/>
          <p:cNvSpPr txBox="1">
            <a:spLocks noGrp="1"/>
          </p:cNvSpPr>
          <p:nvPr>
            <p:ph type="title"/>
          </p:nvPr>
        </p:nvSpPr>
        <p:spPr>
          <a:xfrm>
            <a:off x="365895" y="150922"/>
            <a:ext cx="11342700" cy="63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zh-TW" sz="2800" b="1"/>
              <a:t>預期效益</a:t>
            </a:r>
            <a:endParaRPr/>
          </a:p>
        </p:txBody>
      </p:sp>
      <p:sp>
        <p:nvSpPr>
          <p:cNvPr id="85" name="Google Shape;85;g3e9888fc26a_0_5"/>
          <p:cNvSpPr txBox="1"/>
          <p:nvPr/>
        </p:nvSpPr>
        <p:spPr>
          <a:xfrm>
            <a:off x="365895" y="955131"/>
            <a:ext cx="7693200" cy="3078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0000"/>
              </a:buClr>
              <a:buSzPts val="1800"/>
              <a:buFont typeface="Arial"/>
              <a:buNone/>
              <a:tabLst/>
              <a:defRPr/>
            </a:pPr>
            <a:r>
              <a:rPr kumimoji="0" lang="zh-TW" altLang="en-US" sz="1400" b="0" i="0" u="none" strike="noStrike" kern="1200" cap="none" spc="0" normalizeH="0" baseline="0" noProof="0">
                <a:ln>
                  <a:noFill/>
                </a:ln>
                <a:solidFill>
                  <a:srgbClr val="000000"/>
                </a:solidFill>
                <a:effectLst/>
                <a:uLnTx/>
                <a:uFillTx/>
                <a:latin typeface="Microsoft JhengHei" panose="020B0604030504040204" pitchFamily="34" charset="-120"/>
                <a:ea typeface="Microsoft JhengHei" panose="020B0604030504040204" pitchFamily="34" charset="-120"/>
                <a:cs typeface="+mn-cs"/>
              </a:rPr>
              <a:t>量化與質化效益（量化為四大 </a:t>
            </a:r>
            <a:r>
              <a:rPr kumimoji="0" lang="en-US" altLang="zh-TW" sz="1400" b="0" i="0" u="none" strike="noStrike" kern="1200" cap="none" spc="0" normalizeH="0" baseline="0" noProof="0">
                <a:ln>
                  <a:noFill/>
                </a:ln>
                <a:solidFill>
                  <a:srgbClr val="000000"/>
                </a:solidFill>
                <a:effectLst/>
                <a:uLnTx/>
                <a:uFillTx/>
                <a:latin typeface="Microsoft JhengHei" panose="020B0604030504040204" pitchFamily="34" charset="-120"/>
                <a:ea typeface="Microsoft JhengHei" panose="020B0604030504040204" pitchFamily="34" charset="-120"/>
                <a:cs typeface="+mn-cs"/>
              </a:rPr>
              <a:t>Agent </a:t>
            </a:r>
            <a:r>
              <a:rPr kumimoji="0" lang="zh-TW" altLang="en-US" sz="1400" b="0" i="0" u="none" strike="noStrike" kern="1200" cap="none" spc="0" normalizeH="0" baseline="0" noProof="0">
                <a:ln>
                  <a:noFill/>
                </a:ln>
                <a:solidFill>
                  <a:srgbClr val="000000"/>
                </a:solidFill>
                <a:effectLst/>
                <a:uLnTx/>
                <a:uFillTx/>
                <a:latin typeface="Microsoft JhengHei" panose="020B0604030504040204" pitchFamily="34" charset="-120"/>
                <a:ea typeface="Microsoft JhengHei" panose="020B0604030504040204" pitchFamily="34" charset="-120"/>
                <a:cs typeface="+mn-cs"/>
              </a:rPr>
              <a:t>推估：頻率 </a:t>
            </a:r>
            <a:r>
              <a:rPr kumimoji="0" lang="en-US" altLang="zh-TW" sz="1400" b="0" i="0" u="none" strike="noStrike" kern="1200" cap="none" spc="0" normalizeH="0" baseline="0" noProof="0">
                <a:ln>
                  <a:noFill/>
                </a:ln>
                <a:solidFill>
                  <a:srgbClr val="000000"/>
                </a:solidFill>
                <a:effectLst/>
                <a:uLnTx/>
                <a:uFillTx/>
                <a:latin typeface="Microsoft JhengHei" panose="020B0604030504040204" pitchFamily="34" charset="-120"/>
                <a:ea typeface="Microsoft JhengHei" panose="020B0604030504040204" pitchFamily="34" charset="-120"/>
                <a:cs typeface="+mn-cs"/>
              </a:rPr>
              <a:t>× </a:t>
            </a:r>
            <a:r>
              <a:rPr kumimoji="0" lang="zh-TW" altLang="en-US" sz="1400" b="0" i="0" u="none" strike="noStrike" kern="1200" cap="none" spc="0" normalizeH="0" baseline="0" noProof="0">
                <a:ln>
                  <a:noFill/>
                </a:ln>
                <a:solidFill>
                  <a:srgbClr val="000000"/>
                </a:solidFill>
                <a:effectLst/>
                <a:uLnTx/>
                <a:uFillTx/>
                <a:latin typeface="Microsoft JhengHei" panose="020B0604030504040204" pitchFamily="34" charset="-120"/>
                <a:ea typeface="Microsoft JhengHei" panose="020B0604030504040204" pitchFamily="34" charset="-120"/>
                <a:cs typeface="+mn-cs"/>
              </a:rPr>
              <a:t>單位省時；數值待部門實際數據校準）</a:t>
            </a:r>
            <a:endParaRPr kumimoji="0" sz="1400" b="0" i="0" u="none" strike="noStrike" kern="0" cap="none" spc="0" normalizeH="0" baseline="0" noProof="0">
              <a:ln>
                <a:noFill/>
              </a:ln>
              <a:solidFill>
                <a:srgbClr val="000000"/>
              </a:solidFill>
              <a:effectLst/>
              <a:uLnTx/>
              <a:uFillTx/>
              <a:latin typeface="Microsoft JhengHei" panose="020B0604030504040204" pitchFamily="34" charset="-120"/>
              <a:ea typeface="Microsoft JhengHei" panose="020B0604030504040204" pitchFamily="34" charset="-120"/>
              <a:cs typeface="Arial"/>
              <a:sym typeface="Arial"/>
            </a:endParaRPr>
          </a:p>
        </p:txBody>
      </p:sp>
      <p:sp>
        <p:nvSpPr>
          <p:cNvPr id="86" name="Google Shape;86;g3e9888fc26a_0_5"/>
          <p:cNvSpPr txBox="1"/>
          <p:nvPr/>
        </p:nvSpPr>
        <p:spPr>
          <a:xfrm>
            <a:off x="368300" y="4038600"/>
            <a:ext cx="11455400" cy="2413000"/>
          </a:xfrm>
          <a:prstGeom prst="rect">
            <a:avLst/>
          </a:prstGeom>
          <a:noFill/>
          <a:ln>
            <a:noFill/>
          </a:ln>
        </p:spPr>
        <p:txBody>
          <a:bodyPr spcFirstLastPara="1" wrap="square" lIns="360000" tIns="180000" rIns="360000" bIns="45700" anchor="t" anchorCtr="0">
            <a:noAutofit/>
          </a:bodyPr>
          <a:lstStyle/>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en-US" altLang="zh-TW"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[質化效益]</a:t>
            </a:r>
            <a:endParaRPr kumimoji="0"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endParaRP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en-US" altLang="zh-TW"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 品質控管：逾期、漏派、漏催變少，重要待辦與 KPI 缺口不漏接</a:t>
            </a: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en-US" altLang="zh-TW"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 效率提升：會議整理、催辦、查數、算缺口由人工改為「PM 確認為主」，大幅省時</a:t>
            </a: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en-US" altLang="zh-TW"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 </a:t>
            </a:r>
            <a:r>
              <a:rPr kumimoji="0" lang="en-US" altLang="zh-TW" sz="1300" b="0" i="0" u="none" strike="noStrike" kern="0" cap="none" spc="0" normalizeH="0" baseline="0" noProof="0" dirty="0" err="1">
                <a:ln>
                  <a:noFill/>
                </a:ln>
                <a:solidFill>
                  <a:srgbClr val="000000"/>
                </a:solidFill>
                <a:effectLst/>
                <a:uLnTx/>
                <a:uFillTx/>
                <a:latin typeface="Microsoft JhengHei"/>
                <a:ea typeface="Microsoft JhengHei"/>
                <a:cs typeface="Microsoft JhengHei"/>
                <a:sym typeface="Microsoft JhengHei"/>
              </a:rPr>
              <a:t>法遵／稽核：決策、派單、查詢全程留痕可回溯</a:t>
            </a:r>
            <a:r>
              <a:rPr kumimoji="0" lang="en-US" altLang="zh-TW"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a:t>
            </a:r>
            <a:r>
              <a:rPr kumimoji="0" lang="zh-TW" altLang="en-US"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資料存於 </a:t>
            </a:r>
            <a:r>
              <a:rPr kumimoji="0" lang="en-US" altLang="zh-TW"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Microsoft Cloud </a:t>
            </a:r>
            <a:r>
              <a:rPr kumimoji="0" lang="zh-TW" altLang="en-US"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信任邊界</a:t>
            </a:r>
            <a:r>
              <a:rPr kumimoji="0" lang="en-US" altLang="zh-TW"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，符合金融業要求</a:t>
            </a: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en-US" altLang="zh-TW"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 可規模化：數位經營部約 5 位同性質 PM 可沿用，一次建置、多專案共用</a:t>
            </a: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en-US" altLang="zh-TW"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 風險預防：關鍵事項不漏辦、數據口徑受控（白名單），降低因疏失造成的損失</a:t>
            </a:r>
          </a:p>
        </p:txBody>
      </p:sp>
      <p:graphicFrame>
        <p:nvGraphicFramePr>
          <p:cNvPr id="2" name="表格 1">
            <a:extLst>
              <a:ext uri="{FF2B5EF4-FFF2-40B4-BE49-F238E27FC236}">
                <a16:creationId xmlns:a16="http://schemas.microsoft.com/office/drawing/2014/main" id="{3E0355A8-9D93-E87D-80AD-AF4B413A3B53}"/>
              </a:ext>
            </a:extLst>
          </p:cNvPr>
          <p:cNvGraphicFramePr>
            <a:graphicFrameLocks noGrp="1"/>
          </p:cNvGraphicFramePr>
          <p:nvPr>
            <p:extLst>
              <p:ext uri="{D42A27DB-BD31-4B8C-83A1-F6EECF244321}">
                <p14:modId xmlns:p14="http://schemas.microsoft.com/office/powerpoint/2010/main" val="1087465433"/>
              </p:ext>
            </p:extLst>
          </p:nvPr>
        </p:nvGraphicFramePr>
        <p:xfrm>
          <a:off x="368300" y="1371600"/>
          <a:ext cx="11455400" cy="2057400"/>
        </p:xfrm>
        <a:graphic>
          <a:graphicData uri="http://schemas.openxmlformats.org/drawingml/2006/table">
            <a:tbl>
              <a:tblPr>
                <a:tableStyleId>{5C22544A-7EE6-4342-B048-85BDC9FD1C3A}</a:tableStyleId>
              </a:tblPr>
              <a:tblGrid>
                <a:gridCol w="3175000">
                  <a:extLst>
                    <a:ext uri="{9D8B030D-6E8A-4147-A177-3AD203B41FA5}">
                      <a16:colId xmlns:a16="http://schemas.microsoft.com/office/drawing/2014/main" val="2292066143"/>
                    </a:ext>
                  </a:extLst>
                </a:gridCol>
                <a:gridCol w="1905000">
                  <a:extLst>
                    <a:ext uri="{9D8B030D-6E8A-4147-A177-3AD203B41FA5}">
                      <a16:colId xmlns:a16="http://schemas.microsoft.com/office/drawing/2014/main" val="3415940792"/>
                    </a:ext>
                  </a:extLst>
                </a:gridCol>
                <a:gridCol w="1905000">
                  <a:extLst>
                    <a:ext uri="{9D8B030D-6E8A-4147-A177-3AD203B41FA5}">
                      <a16:colId xmlns:a16="http://schemas.microsoft.com/office/drawing/2014/main" val="1566066609"/>
                    </a:ext>
                  </a:extLst>
                </a:gridCol>
                <a:gridCol w="2260600">
                  <a:extLst>
                    <a:ext uri="{9D8B030D-6E8A-4147-A177-3AD203B41FA5}">
                      <a16:colId xmlns:a16="http://schemas.microsoft.com/office/drawing/2014/main" val="3417087923"/>
                    </a:ext>
                  </a:extLst>
                </a:gridCol>
                <a:gridCol w="2209800">
                  <a:extLst>
                    <a:ext uri="{9D8B030D-6E8A-4147-A177-3AD203B41FA5}">
                      <a16:colId xmlns:a16="http://schemas.microsoft.com/office/drawing/2014/main" val="2066184170"/>
                    </a:ext>
                  </a:extLst>
                </a:gridCol>
              </a:tblGrid>
              <a:tr h="342900">
                <a:tc>
                  <a:txBody>
                    <a:bodyPr/>
                    <a:lstStyle/>
                    <a:p>
                      <a:pPr algn="l"/>
                      <a:r>
                        <a:rPr lang="zh-TW" altLang="en-US" sz="1200" b="1" dirty="0">
                          <a:solidFill>
                            <a:srgbClr val="FFFFFF"/>
                          </a:solidFill>
                          <a:latin typeface="Microsoft JhengHei" panose="020B0604030504040204" pitchFamily="34" charset="-120"/>
                          <a:ea typeface="Microsoft JhengHei" panose="020B0604030504040204" pitchFamily="34" charset="-120"/>
                        </a:rPr>
                        <a:t>任務（</a:t>
                      </a:r>
                      <a:r>
                        <a:rPr lang="en-US" altLang="zh-TW" sz="1200" b="1" dirty="0">
                          <a:solidFill>
                            <a:srgbClr val="FFFFFF"/>
                          </a:solidFill>
                          <a:latin typeface="Microsoft JhengHei" panose="020B0604030504040204" pitchFamily="34" charset="-120"/>
                          <a:ea typeface="Microsoft JhengHei" panose="020B0604030504040204" pitchFamily="34" charset="-120"/>
                        </a:rPr>
                        <a:t>Agent</a:t>
                      </a:r>
                      <a:r>
                        <a:rPr lang="zh-TW" altLang="en-US" sz="1200" b="1" dirty="0">
                          <a:solidFill>
                            <a:srgbClr val="FFFFFF"/>
                          </a:solidFill>
                          <a:latin typeface="Microsoft JhengHei" panose="020B0604030504040204" pitchFamily="34" charset="-120"/>
                          <a:ea typeface="Microsoft JhengHei" panose="020B0604030504040204" pitchFamily="34" charset="-120"/>
                        </a:rPr>
                        <a:t>）</a:t>
                      </a:r>
                    </a:p>
                  </a:txBody>
                  <a:tcPr anchor="ctr">
                    <a:solidFill>
                      <a:srgbClr val="CC492B"/>
                    </a:solidFill>
                  </a:tcPr>
                </a:tc>
                <a:tc>
                  <a:txBody>
                    <a:bodyPr/>
                    <a:lstStyle/>
                    <a:p>
                      <a:pPr algn="ctr"/>
                      <a:r>
                        <a:rPr lang="zh-TW" altLang="en-US" sz="1200" b="1">
                          <a:solidFill>
                            <a:srgbClr val="FFFFFF"/>
                          </a:solidFill>
                          <a:latin typeface="Microsoft JhengHei" panose="020B0604030504040204" pitchFamily="34" charset="-120"/>
                          <a:ea typeface="Microsoft JhengHei" panose="020B0604030504040204" pitchFamily="34" charset="-120"/>
                        </a:rPr>
                        <a:t>頻率（次</a:t>
                      </a:r>
                      <a:r>
                        <a:rPr lang="en-US" altLang="zh-TW" sz="1200" b="1">
                          <a:solidFill>
                            <a:srgbClr val="FFFFFF"/>
                          </a:solidFill>
                          <a:latin typeface="Microsoft JhengHei" panose="020B0604030504040204" pitchFamily="34" charset="-120"/>
                          <a:ea typeface="Microsoft JhengHei" panose="020B0604030504040204" pitchFamily="34" charset="-120"/>
                        </a:rPr>
                        <a:t>/</a:t>
                      </a:r>
                      <a:r>
                        <a:rPr lang="zh-TW" altLang="en-US" sz="1200" b="1">
                          <a:solidFill>
                            <a:srgbClr val="FFFFFF"/>
                          </a:solidFill>
                          <a:latin typeface="Microsoft JhengHei" panose="020B0604030504040204" pitchFamily="34" charset="-120"/>
                          <a:ea typeface="Microsoft JhengHei" panose="020B0604030504040204" pitchFamily="34" charset="-120"/>
                        </a:rPr>
                        <a:t>年）</a:t>
                      </a:r>
                    </a:p>
                  </a:txBody>
                  <a:tcPr anchor="ctr">
                    <a:solidFill>
                      <a:srgbClr val="CC492B"/>
                    </a:solidFill>
                  </a:tcPr>
                </a:tc>
                <a:tc>
                  <a:txBody>
                    <a:bodyPr/>
                    <a:lstStyle/>
                    <a:p>
                      <a:pPr algn="ctr"/>
                      <a:r>
                        <a:rPr lang="zh-TW" altLang="en-US" sz="1200" b="1">
                          <a:solidFill>
                            <a:srgbClr val="FFFFFF"/>
                          </a:solidFill>
                          <a:latin typeface="Microsoft JhengHei" panose="020B0604030504040204" pitchFamily="34" charset="-120"/>
                          <a:ea typeface="Microsoft JhengHei" panose="020B0604030504040204" pitchFamily="34" charset="-120"/>
                        </a:rPr>
                        <a:t>原本（分</a:t>
                      </a:r>
                      <a:r>
                        <a:rPr lang="en-US" altLang="zh-TW" sz="1200" b="1">
                          <a:solidFill>
                            <a:srgbClr val="FFFFFF"/>
                          </a:solidFill>
                          <a:latin typeface="Microsoft JhengHei" panose="020B0604030504040204" pitchFamily="34" charset="-120"/>
                          <a:ea typeface="Microsoft JhengHei" panose="020B0604030504040204" pitchFamily="34" charset="-120"/>
                        </a:rPr>
                        <a:t>/</a:t>
                      </a:r>
                      <a:r>
                        <a:rPr lang="zh-TW" altLang="en-US" sz="1200" b="1">
                          <a:solidFill>
                            <a:srgbClr val="FFFFFF"/>
                          </a:solidFill>
                          <a:latin typeface="Microsoft JhengHei" panose="020B0604030504040204" pitchFamily="34" charset="-120"/>
                          <a:ea typeface="Microsoft JhengHei" panose="020B0604030504040204" pitchFamily="34" charset="-120"/>
                        </a:rPr>
                        <a:t>次）</a:t>
                      </a:r>
                    </a:p>
                  </a:txBody>
                  <a:tcPr anchor="ctr">
                    <a:solidFill>
                      <a:srgbClr val="CC492B"/>
                    </a:solidFill>
                  </a:tcPr>
                </a:tc>
                <a:tc>
                  <a:txBody>
                    <a:bodyPr/>
                    <a:lstStyle/>
                    <a:p>
                      <a:pPr algn="ctr"/>
                      <a:r>
                        <a:rPr lang="zh-TW" altLang="en-US" sz="1200" b="1">
                          <a:solidFill>
                            <a:srgbClr val="FFFFFF"/>
                          </a:solidFill>
                          <a:latin typeface="Microsoft JhengHei" panose="020B0604030504040204" pitchFamily="34" charset="-120"/>
                          <a:ea typeface="Microsoft JhengHei" panose="020B0604030504040204" pitchFamily="34" charset="-120"/>
                        </a:rPr>
                        <a:t>透過 </a:t>
                      </a:r>
                      <a:r>
                        <a:rPr lang="en-US" altLang="zh-TW" sz="1200" b="1">
                          <a:solidFill>
                            <a:srgbClr val="FFFFFF"/>
                          </a:solidFill>
                          <a:latin typeface="Microsoft JhengHei" panose="020B0604030504040204" pitchFamily="34" charset="-120"/>
                          <a:ea typeface="Microsoft JhengHei" panose="020B0604030504040204" pitchFamily="34" charset="-120"/>
                        </a:rPr>
                        <a:t>Agent</a:t>
                      </a:r>
                      <a:r>
                        <a:rPr lang="zh-TW" altLang="en-US" sz="1200" b="1">
                          <a:solidFill>
                            <a:srgbClr val="FFFFFF"/>
                          </a:solidFill>
                          <a:latin typeface="Microsoft JhengHei" panose="020B0604030504040204" pitchFamily="34" charset="-120"/>
                          <a:ea typeface="Microsoft JhengHei" panose="020B0604030504040204" pitchFamily="34" charset="-120"/>
                        </a:rPr>
                        <a:t>（分</a:t>
                      </a:r>
                      <a:r>
                        <a:rPr lang="en-US" altLang="zh-TW" sz="1200" b="1">
                          <a:solidFill>
                            <a:srgbClr val="FFFFFF"/>
                          </a:solidFill>
                          <a:latin typeface="Microsoft JhengHei" panose="020B0604030504040204" pitchFamily="34" charset="-120"/>
                          <a:ea typeface="Microsoft JhengHei" panose="020B0604030504040204" pitchFamily="34" charset="-120"/>
                        </a:rPr>
                        <a:t>/</a:t>
                      </a:r>
                      <a:r>
                        <a:rPr lang="zh-TW" altLang="en-US" sz="1200" b="1">
                          <a:solidFill>
                            <a:srgbClr val="FFFFFF"/>
                          </a:solidFill>
                          <a:latin typeface="Microsoft JhengHei" panose="020B0604030504040204" pitchFamily="34" charset="-120"/>
                          <a:ea typeface="Microsoft JhengHei" panose="020B0604030504040204" pitchFamily="34" charset="-120"/>
                        </a:rPr>
                        <a:t>次）</a:t>
                      </a:r>
                    </a:p>
                  </a:txBody>
                  <a:tcPr anchor="ctr">
                    <a:solidFill>
                      <a:srgbClr val="CC492B"/>
                    </a:solidFill>
                  </a:tcPr>
                </a:tc>
                <a:tc>
                  <a:txBody>
                    <a:bodyPr/>
                    <a:lstStyle/>
                    <a:p>
                      <a:pPr algn="ctr"/>
                      <a:r>
                        <a:rPr lang="zh-TW" altLang="en-US" sz="1200" b="1">
                          <a:solidFill>
                            <a:srgbClr val="FFFFFF"/>
                          </a:solidFill>
                          <a:latin typeface="Microsoft JhengHei" panose="020B0604030504040204" pitchFamily="34" charset="-120"/>
                          <a:ea typeface="Microsoft JhengHei" panose="020B0604030504040204" pitchFamily="34" charset="-120"/>
                        </a:rPr>
                        <a:t>年省工時</a:t>
                      </a:r>
                    </a:p>
                  </a:txBody>
                  <a:tcPr anchor="ctr">
                    <a:solidFill>
                      <a:srgbClr val="CC492B"/>
                    </a:solidFill>
                  </a:tcPr>
                </a:tc>
                <a:extLst>
                  <a:ext uri="{0D108BD9-81ED-4DB2-BD59-A6C34878D82A}">
                    <a16:rowId xmlns:a16="http://schemas.microsoft.com/office/drawing/2014/main" val="1345542854"/>
                  </a:ext>
                </a:extLst>
              </a:tr>
              <a:tr h="342900">
                <a:tc>
                  <a:txBody>
                    <a:bodyPr/>
                    <a:lstStyle/>
                    <a:p>
                      <a:pPr algn="l"/>
                      <a:r>
                        <a:rPr lang="zh-TW" altLang="en-US" sz="1200">
                          <a:solidFill>
                            <a:srgbClr val="000000"/>
                          </a:solidFill>
                          <a:latin typeface="Microsoft JhengHei" panose="020B0604030504040204" pitchFamily="34" charset="-120"/>
                          <a:ea typeface="Microsoft JhengHei" panose="020B0604030504040204" pitchFamily="34" charset="-120"/>
                        </a:rPr>
                        <a:t>會議記錄｜結論待辦整理</a:t>
                      </a:r>
                    </a:p>
                  </a:txBody>
                  <a:tcPr anchor="ctr">
                    <a:solidFill>
                      <a:srgbClr val="FFFFFF"/>
                    </a:solidFill>
                  </a:tcPr>
                </a:tc>
                <a:tc>
                  <a:txBody>
                    <a:bodyPr/>
                    <a:lstStyle/>
                    <a:p>
                      <a:pPr algn="ctr"/>
                      <a:r>
                        <a:rPr lang="en-US" altLang="zh-TW" sz="1200" dirty="0">
                          <a:solidFill>
                            <a:srgbClr val="000000"/>
                          </a:solidFill>
                          <a:latin typeface="Microsoft JhengHei" panose="020B0604030504040204" pitchFamily="34" charset="-120"/>
                          <a:ea typeface="Microsoft JhengHei" panose="020B0604030504040204" pitchFamily="34" charset="-120"/>
                        </a:rPr>
                        <a:t>100</a:t>
                      </a:r>
                      <a:endParaRPr lang="zh-TW" altLang="en-US" sz="1200" dirty="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en-US" altLang="zh-TW" sz="1200" dirty="0">
                          <a:solidFill>
                            <a:srgbClr val="000000"/>
                          </a:solidFill>
                          <a:latin typeface="Microsoft JhengHei" panose="020B0604030504040204" pitchFamily="34" charset="-120"/>
                          <a:ea typeface="Microsoft JhengHei" panose="020B0604030504040204" pitchFamily="34" charset="-120"/>
                        </a:rPr>
                        <a:t>10</a:t>
                      </a:r>
                      <a:endParaRPr lang="zh-TW" altLang="en-US" sz="1200" dirty="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en-US" altLang="zh-TW" sz="1200" dirty="0">
                          <a:solidFill>
                            <a:srgbClr val="000000"/>
                          </a:solidFill>
                          <a:latin typeface="Microsoft JhengHei" panose="020B0604030504040204" pitchFamily="34" charset="-120"/>
                          <a:ea typeface="Microsoft JhengHei" panose="020B0604030504040204" pitchFamily="34" charset="-120"/>
                        </a:rPr>
                        <a:t>2</a:t>
                      </a:r>
                      <a:endParaRPr lang="zh-TW" altLang="en-US" sz="1200" dirty="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zh-TW" altLang="en-US" sz="1200" b="1" dirty="0">
                          <a:solidFill>
                            <a:srgbClr val="000000"/>
                          </a:solidFill>
                          <a:latin typeface="Microsoft JhengHei" panose="020B0604030504040204" pitchFamily="34" charset="-120"/>
                          <a:ea typeface="Microsoft JhengHei" panose="020B0604030504040204" pitchFamily="34" charset="-120"/>
                        </a:rPr>
                        <a:t>約 </a:t>
                      </a:r>
                      <a:r>
                        <a:rPr lang="en-US" altLang="zh-TW" sz="1200" b="1" dirty="0">
                          <a:solidFill>
                            <a:srgbClr val="000000"/>
                          </a:solidFill>
                          <a:latin typeface="Microsoft JhengHei" panose="020B0604030504040204" pitchFamily="34" charset="-120"/>
                          <a:ea typeface="Microsoft JhengHei" panose="020B0604030504040204" pitchFamily="34" charset="-120"/>
                        </a:rPr>
                        <a:t>42 </a:t>
                      </a:r>
                      <a:r>
                        <a:rPr lang="zh-TW" altLang="en-US" sz="1200" b="1" dirty="0">
                          <a:solidFill>
                            <a:srgbClr val="000000"/>
                          </a:solidFill>
                          <a:latin typeface="Microsoft JhengHei" panose="020B0604030504040204" pitchFamily="34" charset="-120"/>
                          <a:ea typeface="Microsoft JhengHei" panose="020B0604030504040204" pitchFamily="34" charset="-120"/>
                        </a:rPr>
                        <a:t>小時</a:t>
                      </a:r>
                    </a:p>
                  </a:txBody>
                  <a:tcPr anchor="ctr">
                    <a:solidFill>
                      <a:srgbClr val="FFFFFF"/>
                    </a:solidFill>
                  </a:tcPr>
                </a:tc>
                <a:extLst>
                  <a:ext uri="{0D108BD9-81ED-4DB2-BD59-A6C34878D82A}">
                    <a16:rowId xmlns:a16="http://schemas.microsoft.com/office/drawing/2014/main" val="2266531253"/>
                  </a:ext>
                </a:extLst>
              </a:tr>
              <a:tr h="342900">
                <a:tc>
                  <a:txBody>
                    <a:bodyPr/>
                    <a:lstStyle/>
                    <a:p>
                      <a:pPr algn="l"/>
                      <a:r>
                        <a:rPr lang="zh-TW" altLang="en-US" sz="1200">
                          <a:solidFill>
                            <a:srgbClr val="000000"/>
                          </a:solidFill>
                          <a:latin typeface="Microsoft JhengHei" panose="020B0604030504040204" pitchFamily="34" charset="-120"/>
                          <a:ea typeface="Microsoft JhengHei" panose="020B0604030504040204" pitchFamily="34" charset="-120"/>
                        </a:rPr>
                        <a:t>時程｜逾期掃描催辦</a:t>
                      </a:r>
                    </a:p>
                  </a:txBody>
                  <a:tcPr anchor="ctr">
                    <a:solidFill>
                      <a:srgbClr val="FFFFFF"/>
                    </a:solidFill>
                  </a:tcPr>
                </a:tc>
                <a:tc>
                  <a:txBody>
                    <a:bodyPr/>
                    <a:lstStyle/>
                    <a:p>
                      <a:pPr algn="ctr"/>
                      <a:r>
                        <a:rPr lang="en-US" altLang="zh-TW" sz="1200" dirty="0">
                          <a:solidFill>
                            <a:srgbClr val="000000"/>
                          </a:solidFill>
                          <a:latin typeface="Microsoft JhengHei" panose="020B0604030504040204" pitchFamily="34" charset="-120"/>
                          <a:ea typeface="Microsoft JhengHei" panose="020B0604030504040204" pitchFamily="34" charset="-120"/>
                        </a:rPr>
                        <a:t>250</a:t>
                      </a:r>
                      <a:endParaRPr lang="zh-TW" altLang="en-US" sz="1200" dirty="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en-US" altLang="zh-TW" sz="1200" dirty="0">
                          <a:solidFill>
                            <a:srgbClr val="000000"/>
                          </a:solidFill>
                          <a:latin typeface="Microsoft JhengHei" panose="020B0604030504040204" pitchFamily="34" charset="-120"/>
                          <a:ea typeface="Microsoft JhengHei" panose="020B0604030504040204" pitchFamily="34" charset="-120"/>
                        </a:rPr>
                        <a:t>10</a:t>
                      </a:r>
                      <a:endParaRPr lang="zh-TW" altLang="en-US" sz="1200" dirty="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en-US" altLang="zh-TW" sz="1200" dirty="0">
                          <a:solidFill>
                            <a:srgbClr val="000000"/>
                          </a:solidFill>
                          <a:latin typeface="Microsoft JhengHei" panose="020B0604030504040204" pitchFamily="34" charset="-120"/>
                          <a:ea typeface="Microsoft JhengHei" panose="020B0604030504040204" pitchFamily="34" charset="-120"/>
                        </a:rPr>
                        <a:t>0</a:t>
                      </a:r>
                      <a:endParaRPr lang="zh-TW" altLang="en-US" sz="1200" dirty="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zh-TW" altLang="en-US" sz="1200" b="1">
                          <a:solidFill>
                            <a:srgbClr val="000000"/>
                          </a:solidFill>
                          <a:latin typeface="Microsoft JhengHei" panose="020B0604030504040204" pitchFamily="34" charset="-120"/>
                          <a:ea typeface="Microsoft JhengHei" panose="020B0604030504040204" pitchFamily="34" charset="-120"/>
                        </a:rPr>
                        <a:t>約 </a:t>
                      </a:r>
                      <a:r>
                        <a:rPr lang="en-US" altLang="zh-TW" sz="1200" b="1">
                          <a:solidFill>
                            <a:srgbClr val="000000"/>
                          </a:solidFill>
                          <a:latin typeface="Microsoft JhengHei" panose="020B0604030504040204" pitchFamily="34" charset="-120"/>
                          <a:ea typeface="Microsoft JhengHei" panose="020B0604030504040204" pitchFamily="34" charset="-120"/>
                        </a:rPr>
                        <a:t>71 </a:t>
                      </a:r>
                      <a:r>
                        <a:rPr lang="zh-TW" altLang="en-US" sz="1200" b="1">
                          <a:solidFill>
                            <a:srgbClr val="000000"/>
                          </a:solidFill>
                          <a:latin typeface="Microsoft JhengHei" panose="020B0604030504040204" pitchFamily="34" charset="-120"/>
                          <a:ea typeface="Microsoft JhengHei" panose="020B0604030504040204" pitchFamily="34" charset="-120"/>
                        </a:rPr>
                        <a:t>小時</a:t>
                      </a:r>
                    </a:p>
                  </a:txBody>
                  <a:tcPr anchor="ctr">
                    <a:solidFill>
                      <a:srgbClr val="FFFFFF"/>
                    </a:solidFill>
                  </a:tcPr>
                </a:tc>
                <a:extLst>
                  <a:ext uri="{0D108BD9-81ED-4DB2-BD59-A6C34878D82A}">
                    <a16:rowId xmlns:a16="http://schemas.microsoft.com/office/drawing/2014/main" val="239300170"/>
                  </a:ext>
                </a:extLst>
              </a:tr>
              <a:tr h="342900">
                <a:tc>
                  <a:txBody>
                    <a:bodyPr/>
                    <a:lstStyle/>
                    <a:p>
                      <a:pPr algn="l"/>
                      <a:r>
                        <a:rPr lang="zh-TW" altLang="en-US" sz="1200">
                          <a:solidFill>
                            <a:srgbClr val="000000"/>
                          </a:solidFill>
                          <a:latin typeface="Microsoft JhengHei" panose="020B0604030504040204" pitchFamily="34" charset="-120"/>
                          <a:ea typeface="Microsoft JhengHei" panose="020B0604030504040204" pitchFamily="34" charset="-120"/>
                        </a:rPr>
                        <a:t>數據｜</a:t>
                      </a:r>
                      <a:r>
                        <a:rPr lang="en-US" altLang="zh-TW" sz="1200">
                          <a:solidFill>
                            <a:srgbClr val="000000"/>
                          </a:solidFill>
                          <a:latin typeface="Microsoft JhengHei" panose="020B0604030504040204" pitchFamily="34" charset="-120"/>
                          <a:ea typeface="Microsoft JhengHei" panose="020B0604030504040204" pitchFamily="34" charset="-120"/>
                        </a:rPr>
                        <a:t>CUBE</a:t>
                      </a:r>
                      <a:r>
                        <a:rPr lang="zh-TW" altLang="en-US" sz="1200">
                          <a:solidFill>
                            <a:srgbClr val="000000"/>
                          </a:solidFill>
                          <a:latin typeface="Microsoft JhengHei" panose="020B0604030504040204" pitchFamily="34" charset="-120"/>
                          <a:ea typeface="Microsoft JhengHei" panose="020B0604030504040204" pitchFamily="34" charset="-120"/>
                        </a:rPr>
                        <a:t>／神策查詢（</a:t>
                      </a:r>
                      <a:r>
                        <a:rPr lang="en-US" altLang="zh-TW" sz="1200">
                          <a:solidFill>
                            <a:srgbClr val="000000"/>
                          </a:solidFill>
                          <a:latin typeface="Microsoft JhengHei" panose="020B0604030504040204" pitchFamily="34" charset="-120"/>
                          <a:ea typeface="Microsoft JhengHei" panose="020B0604030504040204" pitchFamily="34" charset="-120"/>
                        </a:rPr>
                        <a:t>P2</a:t>
                      </a:r>
                      <a:r>
                        <a:rPr lang="zh-TW" altLang="en-US" sz="1200">
                          <a:solidFill>
                            <a:srgbClr val="000000"/>
                          </a:solidFill>
                          <a:latin typeface="Microsoft JhengHei" panose="020B0604030504040204" pitchFamily="34" charset="-120"/>
                          <a:ea typeface="Microsoft JhengHei" panose="020B0604030504040204" pitchFamily="34" charset="-120"/>
                        </a:rPr>
                        <a:t>）</a:t>
                      </a:r>
                    </a:p>
                  </a:txBody>
                  <a:tcPr anchor="ctr">
                    <a:solidFill>
                      <a:srgbClr val="FFFFFF"/>
                    </a:solidFill>
                  </a:tcPr>
                </a:tc>
                <a:tc>
                  <a:txBody>
                    <a:bodyPr/>
                    <a:lstStyle/>
                    <a:p>
                      <a:pPr algn="ctr"/>
                      <a:r>
                        <a:rPr lang="en-US" altLang="zh-TW" sz="1200" dirty="0">
                          <a:solidFill>
                            <a:srgbClr val="000000"/>
                          </a:solidFill>
                          <a:latin typeface="Microsoft JhengHei" panose="020B0604030504040204" pitchFamily="34" charset="-120"/>
                          <a:ea typeface="Microsoft JhengHei" panose="020B0604030504040204" pitchFamily="34" charset="-120"/>
                        </a:rPr>
                        <a:t>200</a:t>
                      </a:r>
                      <a:endParaRPr lang="zh-TW" altLang="en-US" sz="1200" dirty="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en-US" altLang="zh-TW" sz="1200" dirty="0">
                          <a:solidFill>
                            <a:srgbClr val="000000"/>
                          </a:solidFill>
                          <a:latin typeface="Microsoft JhengHei" panose="020B0604030504040204" pitchFamily="34" charset="-120"/>
                          <a:ea typeface="Microsoft JhengHei" panose="020B0604030504040204" pitchFamily="34" charset="-120"/>
                        </a:rPr>
                        <a:t>10</a:t>
                      </a:r>
                      <a:endParaRPr lang="zh-TW" altLang="en-US" sz="1200" dirty="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en-US" altLang="zh-TW" sz="1200" dirty="0">
                          <a:solidFill>
                            <a:srgbClr val="000000"/>
                          </a:solidFill>
                          <a:latin typeface="Microsoft JhengHei" panose="020B0604030504040204" pitchFamily="34" charset="-120"/>
                          <a:ea typeface="Microsoft JhengHei" panose="020B0604030504040204" pitchFamily="34" charset="-120"/>
                        </a:rPr>
                        <a:t>1</a:t>
                      </a:r>
                      <a:endParaRPr lang="zh-TW" altLang="en-US" sz="1200" dirty="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zh-TW" altLang="en-US" sz="1200" b="1">
                          <a:solidFill>
                            <a:srgbClr val="000000"/>
                          </a:solidFill>
                          <a:latin typeface="Microsoft JhengHei" panose="020B0604030504040204" pitchFamily="34" charset="-120"/>
                          <a:ea typeface="Microsoft JhengHei" panose="020B0604030504040204" pitchFamily="34" charset="-120"/>
                        </a:rPr>
                        <a:t>約 </a:t>
                      </a:r>
                      <a:r>
                        <a:rPr lang="en-US" altLang="zh-TW" sz="1200" b="1">
                          <a:solidFill>
                            <a:srgbClr val="000000"/>
                          </a:solidFill>
                          <a:latin typeface="Microsoft JhengHei" panose="020B0604030504040204" pitchFamily="34" charset="-120"/>
                          <a:ea typeface="Microsoft JhengHei" panose="020B0604030504040204" pitchFamily="34" charset="-120"/>
                        </a:rPr>
                        <a:t>67 </a:t>
                      </a:r>
                      <a:r>
                        <a:rPr lang="zh-TW" altLang="en-US" sz="1200" b="1">
                          <a:solidFill>
                            <a:srgbClr val="000000"/>
                          </a:solidFill>
                          <a:latin typeface="Microsoft JhengHei" panose="020B0604030504040204" pitchFamily="34" charset="-120"/>
                          <a:ea typeface="Microsoft JhengHei" panose="020B0604030504040204" pitchFamily="34" charset="-120"/>
                        </a:rPr>
                        <a:t>小時</a:t>
                      </a:r>
                    </a:p>
                  </a:txBody>
                  <a:tcPr anchor="ctr">
                    <a:solidFill>
                      <a:srgbClr val="FFFFFF"/>
                    </a:solidFill>
                  </a:tcPr>
                </a:tc>
                <a:extLst>
                  <a:ext uri="{0D108BD9-81ED-4DB2-BD59-A6C34878D82A}">
                    <a16:rowId xmlns:a16="http://schemas.microsoft.com/office/drawing/2014/main" val="225234016"/>
                  </a:ext>
                </a:extLst>
              </a:tr>
              <a:tr h="342900">
                <a:tc>
                  <a:txBody>
                    <a:bodyPr/>
                    <a:lstStyle/>
                    <a:p>
                      <a:pPr algn="l"/>
                      <a:r>
                        <a:rPr lang="en-US" altLang="zh-TW" sz="1200">
                          <a:solidFill>
                            <a:srgbClr val="000000"/>
                          </a:solidFill>
                          <a:latin typeface="Microsoft JhengHei" panose="020B0604030504040204" pitchFamily="34" charset="-120"/>
                          <a:ea typeface="Microsoft JhengHei" panose="020B0604030504040204" pitchFamily="34" charset="-120"/>
                        </a:rPr>
                        <a:t>KPI</a:t>
                      </a:r>
                      <a:r>
                        <a:rPr lang="zh-TW" altLang="en-US" sz="1200">
                          <a:solidFill>
                            <a:srgbClr val="000000"/>
                          </a:solidFill>
                          <a:latin typeface="Microsoft JhengHei" panose="020B0604030504040204" pitchFamily="34" charset="-120"/>
                          <a:ea typeface="Microsoft JhengHei" panose="020B0604030504040204" pitchFamily="34" charset="-120"/>
                        </a:rPr>
                        <a:t>｜節點缺口對照（</a:t>
                      </a:r>
                      <a:r>
                        <a:rPr lang="en-US" altLang="zh-TW" sz="1200">
                          <a:solidFill>
                            <a:srgbClr val="000000"/>
                          </a:solidFill>
                          <a:latin typeface="Microsoft JhengHei" panose="020B0604030504040204" pitchFamily="34" charset="-120"/>
                          <a:ea typeface="Microsoft JhengHei" panose="020B0604030504040204" pitchFamily="34" charset="-120"/>
                        </a:rPr>
                        <a:t>P2</a:t>
                      </a:r>
                      <a:r>
                        <a:rPr lang="zh-TW" altLang="en-US" sz="1200">
                          <a:solidFill>
                            <a:srgbClr val="000000"/>
                          </a:solidFill>
                          <a:latin typeface="Microsoft JhengHei" panose="020B0604030504040204" pitchFamily="34" charset="-120"/>
                          <a:ea typeface="Microsoft JhengHei" panose="020B0604030504040204" pitchFamily="34" charset="-120"/>
                        </a:rPr>
                        <a:t>）</a:t>
                      </a:r>
                    </a:p>
                  </a:txBody>
                  <a:tcPr anchor="ctr">
                    <a:solidFill>
                      <a:srgbClr val="FFFFFF"/>
                    </a:solidFill>
                  </a:tcPr>
                </a:tc>
                <a:tc>
                  <a:txBody>
                    <a:bodyPr/>
                    <a:lstStyle/>
                    <a:p>
                      <a:pPr algn="ctr"/>
                      <a:r>
                        <a:rPr lang="en-US" altLang="zh-TW" sz="1200" dirty="0">
                          <a:solidFill>
                            <a:srgbClr val="000000"/>
                          </a:solidFill>
                          <a:latin typeface="Microsoft JhengHei" panose="020B0604030504040204" pitchFamily="34" charset="-120"/>
                          <a:ea typeface="Microsoft JhengHei" panose="020B0604030504040204" pitchFamily="34" charset="-120"/>
                        </a:rPr>
                        <a:t>50</a:t>
                      </a:r>
                      <a:endParaRPr lang="zh-TW" altLang="en-US" sz="1200" dirty="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en-US" altLang="zh-TW" sz="1200" dirty="0">
                          <a:solidFill>
                            <a:srgbClr val="000000"/>
                          </a:solidFill>
                          <a:latin typeface="Microsoft JhengHei" panose="020B0604030504040204" pitchFamily="34" charset="-120"/>
                          <a:ea typeface="Microsoft JhengHei" panose="020B0604030504040204" pitchFamily="34" charset="-120"/>
                        </a:rPr>
                        <a:t>20</a:t>
                      </a:r>
                      <a:endParaRPr lang="zh-TW" altLang="en-US" sz="1200" dirty="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en-US" altLang="zh-TW" sz="1200" dirty="0">
                          <a:solidFill>
                            <a:srgbClr val="000000"/>
                          </a:solidFill>
                          <a:latin typeface="Microsoft JhengHei" panose="020B0604030504040204" pitchFamily="34" charset="-120"/>
                          <a:ea typeface="Microsoft JhengHei" panose="020B0604030504040204" pitchFamily="34" charset="-120"/>
                        </a:rPr>
                        <a:t>0</a:t>
                      </a:r>
                      <a:endParaRPr lang="zh-TW" altLang="en-US" sz="1200" dirty="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zh-TW" altLang="en-US" sz="1200" b="1">
                          <a:solidFill>
                            <a:srgbClr val="000000"/>
                          </a:solidFill>
                          <a:latin typeface="Microsoft JhengHei" panose="020B0604030504040204" pitchFamily="34" charset="-120"/>
                          <a:ea typeface="Microsoft JhengHei" panose="020B0604030504040204" pitchFamily="34" charset="-120"/>
                        </a:rPr>
                        <a:t>約 </a:t>
                      </a:r>
                      <a:r>
                        <a:rPr lang="en-US" altLang="zh-TW" sz="1200" b="1">
                          <a:solidFill>
                            <a:srgbClr val="000000"/>
                          </a:solidFill>
                          <a:latin typeface="Microsoft JhengHei" panose="020B0604030504040204" pitchFamily="34" charset="-120"/>
                          <a:ea typeface="Microsoft JhengHei" panose="020B0604030504040204" pitchFamily="34" charset="-120"/>
                        </a:rPr>
                        <a:t>26 </a:t>
                      </a:r>
                      <a:r>
                        <a:rPr lang="zh-TW" altLang="en-US" sz="1200" b="1">
                          <a:solidFill>
                            <a:srgbClr val="000000"/>
                          </a:solidFill>
                          <a:latin typeface="Microsoft JhengHei" panose="020B0604030504040204" pitchFamily="34" charset="-120"/>
                          <a:ea typeface="Microsoft JhengHei" panose="020B0604030504040204" pitchFamily="34" charset="-120"/>
                        </a:rPr>
                        <a:t>小時</a:t>
                      </a:r>
                    </a:p>
                  </a:txBody>
                  <a:tcPr anchor="ctr">
                    <a:solidFill>
                      <a:srgbClr val="FFFFFF"/>
                    </a:solidFill>
                  </a:tcPr>
                </a:tc>
                <a:extLst>
                  <a:ext uri="{0D108BD9-81ED-4DB2-BD59-A6C34878D82A}">
                    <a16:rowId xmlns:a16="http://schemas.microsoft.com/office/drawing/2014/main" val="864234838"/>
                  </a:ext>
                </a:extLst>
              </a:tr>
              <a:tr h="342900">
                <a:tc>
                  <a:txBody>
                    <a:bodyPr/>
                    <a:lstStyle/>
                    <a:p>
                      <a:pPr algn="l"/>
                      <a:r>
                        <a:rPr lang="zh-TW" altLang="en-US" sz="1200" b="1">
                          <a:solidFill>
                            <a:srgbClr val="000000"/>
                          </a:solidFill>
                          <a:latin typeface="Microsoft JhengHei" panose="020B0604030504040204" pitchFamily="34" charset="-120"/>
                          <a:ea typeface="Microsoft JhengHei" panose="020B0604030504040204" pitchFamily="34" charset="-120"/>
                        </a:rPr>
                        <a:t>合計（單一 </a:t>
                      </a:r>
                      <a:r>
                        <a:rPr lang="en-US" altLang="zh-TW" sz="1200" b="1">
                          <a:solidFill>
                            <a:srgbClr val="000000"/>
                          </a:solidFill>
                          <a:latin typeface="Microsoft JhengHei" panose="020B0604030504040204" pitchFamily="34" charset="-120"/>
                          <a:ea typeface="Microsoft JhengHei" panose="020B0604030504040204" pitchFamily="34" charset="-120"/>
                        </a:rPr>
                        <a:t>PM</a:t>
                      </a:r>
                      <a:r>
                        <a:rPr lang="zh-TW" altLang="en-US" sz="1200" b="1">
                          <a:solidFill>
                            <a:srgbClr val="000000"/>
                          </a:solidFill>
                          <a:latin typeface="Microsoft JhengHei" panose="020B0604030504040204" pitchFamily="34" charset="-120"/>
                          <a:ea typeface="Microsoft JhengHei" panose="020B0604030504040204" pitchFamily="34" charset="-120"/>
                        </a:rPr>
                        <a:t>／年）</a:t>
                      </a:r>
                    </a:p>
                  </a:txBody>
                  <a:tcPr anchor="ctr">
                    <a:solidFill>
                      <a:srgbClr val="F2F2F2"/>
                    </a:solidFill>
                  </a:tcPr>
                </a:tc>
                <a:tc>
                  <a:txBody>
                    <a:bodyPr/>
                    <a:lstStyle/>
                    <a:p>
                      <a:pPr algn="ctr"/>
                      <a:r>
                        <a:rPr lang="en-US" altLang="zh-TW" sz="1200" b="1" dirty="0">
                          <a:solidFill>
                            <a:srgbClr val="000000"/>
                          </a:solidFill>
                          <a:latin typeface="Microsoft JhengHei" panose="020B0604030504040204" pitchFamily="34" charset="-120"/>
                          <a:ea typeface="Microsoft JhengHei" panose="020B0604030504040204" pitchFamily="34" charset="-120"/>
                        </a:rPr>
                        <a:t>—</a:t>
                      </a:r>
                      <a:endParaRPr lang="zh-TW" altLang="en-US" sz="1200" b="1" dirty="0">
                        <a:solidFill>
                          <a:srgbClr val="000000"/>
                        </a:solidFill>
                        <a:latin typeface="Microsoft JhengHei" panose="020B0604030504040204" pitchFamily="34" charset="-120"/>
                        <a:ea typeface="Microsoft JhengHei" panose="020B0604030504040204" pitchFamily="34" charset="-120"/>
                      </a:endParaRPr>
                    </a:p>
                  </a:txBody>
                  <a:tcPr anchor="ctr">
                    <a:solidFill>
                      <a:srgbClr val="F2F2F2"/>
                    </a:solidFill>
                  </a:tcPr>
                </a:tc>
                <a:tc>
                  <a:txBody>
                    <a:bodyPr/>
                    <a:lstStyle/>
                    <a:p>
                      <a:pPr algn="ctr"/>
                      <a:r>
                        <a:rPr lang="en-US" altLang="zh-TW" sz="1200" b="1">
                          <a:solidFill>
                            <a:srgbClr val="000000"/>
                          </a:solidFill>
                          <a:latin typeface="Microsoft JhengHei" panose="020B0604030504040204" pitchFamily="34" charset="-120"/>
                          <a:ea typeface="Microsoft JhengHei" panose="020B0604030504040204" pitchFamily="34" charset="-120"/>
                        </a:rPr>
                        <a:t>—</a:t>
                      </a:r>
                      <a:endParaRPr lang="zh-TW" altLang="en-US" sz="1200" b="1">
                        <a:solidFill>
                          <a:srgbClr val="000000"/>
                        </a:solidFill>
                        <a:latin typeface="Microsoft JhengHei" panose="020B0604030504040204" pitchFamily="34" charset="-120"/>
                        <a:ea typeface="Microsoft JhengHei" panose="020B0604030504040204" pitchFamily="34" charset="-120"/>
                      </a:endParaRPr>
                    </a:p>
                  </a:txBody>
                  <a:tcPr anchor="ctr">
                    <a:solidFill>
                      <a:srgbClr val="F2F2F2"/>
                    </a:solidFill>
                  </a:tcPr>
                </a:tc>
                <a:tc>
                  <a:txBody>
                    <a:bodyPr/>
                    <a:lstStyle/>
                    <a:p>
                      <a:pPr algn="ctr"/>
                      <a:r>
                        <a:rPr lang="en-US" altLang="zh-TW" sz="1200" b="1">
                          <a:solidFill>
                            <a:srgbClr val="000000"/>
                          </a:solidFill>
                          <a:latin typeface="Microsoft JhengHei" panose="020B0604030504040204" pitchFamily="34" charset="-120"/>
                          <a:ea typeface="Microsoft JhengHei" panose="020B0604030504040204" pitchFamily="34" charset="-120"/>
                        </a:rPr>
                        <a:t>—</a:t>
                      </a:r>
                      <a:endParaRPr lang="zh-TW" altLang="en-US" sz="1200" b="1">
                        <a:solidFill>
                          <a:srgbClr val="000000"/>
                        </a:solidFill>
                        <a:latin typeface="Microsoft JhengHei" panose="020B0604030504040204" pitchFamily="34" charset="-120"/>
                        <a:ea typeface="Microsoft JhengHei" panose="020B0604030504040204" pitchFamily="34" charset="-120"/>
                      </a:endParaRPr>
                    </a:p>
                  </a:txBody>
                  <a:tcPr anchor="ctr">
                    <a:solidFill>
                      <a:srgbClr val="F2F2F2"/>
                    </a:solidFill>
                  </a:tcPr>
                </a:tc>
                <a:tc>
                  <a:txBody>
                    <a:bodyPr/>
                    <a:lstStyle/>
                    <a:p>
                      <a:pPr algn="ctr"/>
                      <a:r>
                        <a:rPr lang="zh-TW" altLang="en-US" sz="1200" b="1" dirty="0">
                          <a:solidFill>
                            <a:srgbClr val="CC492B"/>
                          </a:solidFill>
                          <a:latin typeface="Microsoft JhengHei" panose="020B0604030504040204" pitchFamily="34" charset="-120"/>
                          <a:ea typeface="Microsoft JhengHei" panose="020B0604030504040204" pitchFamily="34" charset="-120"/>
                        </a:rPr>
                        <a:t>約 </a:t>
                      </a:r>
                      <a:r>
                        <a:rPr lang="en-US" altLang="zh-TW" sz="1200" b="1" dirty="0">
                          <a:solidFill>
                            <a:srgbClr val="CC492B"/>
                          </a:solidFill>
                          <a:latin typeface="Microsoft JhengHei" panose="020B0604030504040204" pitchFamily="34" charset="-120"/>
                          <a:ea typeface="Microsoft JhengHei" panose="020B0604030504040204" pitchFamily="34" charset="-120"/>
                        </a:rPr>
                        <a:t>206 </a:t>
                      </a:r>
                      <a:r>
                        <a:rPr lang="zh-TW" altLang="en-US" sz="1200" b="1" dirty="0">
                          <a:solidFill>
                            <a:srgbClr val="CC492B"/>
                          </a:solidFill>
                          <a:latin typeface="Microsoft JhengHei" panose="020B0604030504040204" pitchFamily="34" charset="-120"/>
                          <a:ea typeface="Microsoft JhengHei" panose="020B0604030504040204" pitchFamily="34" charset="-120"/>
                        </a:rPr>
                        <a:t>小時</a:t>
                      </a:r>
                    </a:p>
                  </a:txBody>
                  <a:tcPr anchor="ctr">
                    <a:solidFill>
                      <a:srgbClr val="F2F2F2"/>
                    </a:solidFill>
                  </a:tcPr>
                </a:tc>
                <a:extLst>
                  <a:ext uri="{0D108BD9-81ED-4DB2-BD59-A6C34878D82A}">
                    <a16:rowId xmlns:a16="http://schemas.microsoft.com/office/drawing/2014/main" val="3502281815"/>
                  </a:ext>
                </a:extLst>
              </a:tr>
            </a:tbl>
          </a:graphicData>
        </a:graphic>
      </p:graphicFrame>
      <p:sp>
        <p:nvSpPr>
          <p:cNvPr id="3" name="文字方塊 2">
            <a:extLst>
              <a:ext uri="{FF2B5EF4-FFF2-40B4-BE49-F238E27FC236}">
                <a16:creationId xmlns:a16="http://schemas.microsoft.com/office/drawing/2014/main" id="{C61512A1-1763-8480-3EA1-20EDCC258513}"/>
              </a:ext>
            </a:extLst>
          </p:cNvPr>
          <p:cNvSpPr txBox="1"/>
          <p:nvPr/>
        </p:nvSpPr>
        <p:spPr>
          <a:xfrm>
            <a:off x="368300" y="3606800"/>
            <a:ext cx="11455400" cy="225703"/>
          </a:xfrm>
          <a:prstGeom prst="rect">
            <a:avLst/>
          </a:prstGeom>
          <a:noFill/>
        </p:spPr>
        <p:txBody>
          <a:bodyPr vert="horz" wrap="square" lIns="25400" tIns="12700" bIns="127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300" b="1" i="0" u="none" strike="noStrike" kern="1200" cap="none" spc="0" normalizeH="0" baseline="0" noProof="0">
                <a:ln>
                  <a:noFill/>
                </a:ln>
                <a:solidFill>
                  <a:srgbClr val="CC492B"/>
                </a:solidFill>
                <a:effectLst/>
                <a:uLnTx/>
                <a:uFillTx/>
                <a:latin typeface="Microsoft JhengHei" panose="020B0604030504040204" pitchFamily="34" charset="-120"/>
                <a:ea typeface="Microsoft JhengHei" panose="020B0604030504040204" pitchFamily="34" charset="-120"/>
                <a:cs typeface="+mn-cs"/>
              </a:rPr>
              <a:t>▶ 以數位經營部約 </a:t>
            </a:r>
            <a:r>
              <a:rPr kumimoji="0" lang="en-US" altLang="zh-TW" sz="1300" b="1" i="0" u="none" strike="noStrike" kern="1200" cap="none" spc="0" normalizeH="0" baseline="0" noProof="0">
                <a:ln>
                  <a:noFill/>
                </a:ln>
                <a:solidFill>
                  <a:srgbClr val="CC492B"/>
                </a:solidFill>
                <a:effectLst/>
                <a:uLnTx/>
                <a:uFillTx/>
                <a:latin typeface="Microsoft JhengHei" panose="020B0604030504040204" pitchFamily="34" charset="-120"/>
                <a:ea typeface="Microsoft JhengHei" panose="020B0604030504040204" pitchFamily="34" charset="-120"/>
                <a:cs typeface="+mn-cs"/>
              </a:rPr>
              <a:t>5 </a:t>
            </a:r>
            <a:r>
              <a:rPr kumimoji="0" lang="zh-TW" altLang="en-US" sz="1300" b="1" i="0" u="none" strike="noStrike" kern="1200" cap="none" spc="0" normalizeH="0" baseline="0" noProof="0">
                <a:ln>
                  <a:noFill/>
                </a:ln>
                <a:solidFill>
                  <a:srgbClr val="CC492B"/>
                </a:solidFill>
                <a:effectLst/>
                <a:uLnTx/>
                <a:uFillTx/>
                <a:latin typeface="Microsoft JhengHei" panose="020B0604030504040204" pitchFamily="34" charset="-120"/>
                <a:ea typeface="Microsoft JhengHei" panose="020B0604030504040204" pitchFamily="34" charset="-120"/>
                <a:cs typeface="+mn-cs"/>
              </a:rPr>
              <a:t>位同性質 </a:t>
            </a:r>
            <a:r>
              <a:rPr kumimoji="0" lang="en-US" altLang="zh-TW" sz="1300" b="1" i="0" u="none" strike="noStrike" kern="1200" cap="none" spc="0" normalizeH="0" baseline="0" noProof="0">
                <a:ln>
                  <a:noFill/>
                </a:ln>
                <a:solidFill>
                  <a:srgbClr val="CC492B"/>
                </a:solidFill>
                <a:effectLst/>
                <a:uLnTx/>
                <a:uFillTx/>
                <a:latin typeface="Microsoft JhengHei" panose="020B0604030504040204" pitchFamily="34" charset="-120"/>
                <a:ea typeface="Microsoft JhengHei" panose="020B0604030504040204" pitchFamily="34" charset="-120"/>
                <a:cs typeface="+mn-cs"/>
              </a:rPr>
              <a:t>PM </a:t>
            </a:r>
            <a:r>
              <a:rPr kumimoji="0" lang="zh-TW" altLang="en-US" sz="1300" b="1" i="0" u="none" strike="noStrike" kern="1200" cap="none" spc="0" normalizeH="0" baseline="0" noProof="0">
                <a:ln>
                  <a:noFill/>
                </a:ln>
                <a:solidFill>
                  <a:srgbClr val="CC492B"/>
                </a:solidFill>
                <a:effectLst/>
                <a:uLnTx/>
                <a:uFillTx/>
                <a:latin typeface="Microsoft JhengHei" panose="020B0604030504040204" pitchFamily="34" charset="-120"/>
                <a:ea typeface="Microsoft JhengHei" panose="020B0604030504040204" pitchFamily="34" charset="-120"/>
                <a:cs typeface="+mn-cs"/>
              </a:rPr>
              <a:t>計，全部門年省約 </a:t>
            </a:r>
            <a:r>
              <a:rPr kumimoji="0" lang="en-US" altLang="zh-TW" sz="1300" b="1" i="0" u="none" strike="noStrike" kern="1200" cap="none" spc="0" normalizeH="0" baseline="0" noProof="0">
                <a:ln>
                  <a:noFill/>
                </a:ln>
                <a:solidFill>
                  <a:srgbClr val="CC492B"/>
                </a:solidFill>
                <a:effectLst/>
                <a:uLnTx/>
                <a:uFillTx/>
                <a:latin typeface="Microsoft JhengHei" panose="020B0604030504040204" pitchFamily="34" charset="-120"/>
                <a:ea typeface="Microsoft JhengHei" panose="020B0604030504040204" pitchFamily="34" charset="-120"/>
                <a:cs typeface="+mn-cs"/>
              </a:rPr>
              <a:t>1,030 </a:t>
            </a:r>
            <a:r>
              <a:rPr kumimoji="0" lang="zh-TW" altLang="en-US" sz="1300" b="1" i="0" u="none" strike="noStrike" kern="1200" cap="none" spc="0" normalizeH="0" baseline="0" noProof="0">
                <a:ln>
                  <a:noFill/>
                </a:ln>
                <a:solidFill>
                  <a:srgbClr val="CC492B"/>
                </a:solidFill>
                <a:effectLst/>
                <a:uLnTx/>
                <a:uFillTx/>
                <a:latin typeface="Microsoft JhengHei" panose="020B0604030504040204" pitchFamily="34" charset="-120"/>
                <a:ea typeface="Microsoft JhengHei" panose="020B0604030504040204" pitchFamily="34" charset="-120"/>
                <a:cs typeface="+mn-cs"/>
              </a:rPr>
              <a:t>小時 ≈ </a:t>
            </a:r>
            <a:r>
              <a:rPr kumimoji="0" lang="en-US" altLang="zh-TW" sz="1300" b="1" i="0" u="none" strike="noStrike" kern="1200" cap="none" spc="0" normalizeH="0" baseline="0" noProof="0">
                <a:ln>
                  <a:noFill/>
                </a:ln>
                <a:solidFill>
                  <a:srgbClr val="CC492B"/>
                </a:solidFill>
                <a:effectLst/>
                <a:uLnTx/>
                <a:uFillTx/>
                <a:latin typeface="Microsoft JhengHei" panose="020B0604030504040204" pitchFamily="34" charset="-120"/>
                <a:ea typeface="Microsoft JhengHei" panose="020B0604030504040204" pitchFamily="34" charset="-120"/>
                <a:cs typeface="+mn-cs"/>
              </a:rPr>
              <a:t>129 </a:t>
            </a:r>
            <a:r>
              <a:rPr kumimoji="0" lang="zh-TW" altLang="en-US" sz="1300" b="1" i="0" u="none" strike="noStrike" kern="1200" cap="none" spc="0" normalizeH="0" baseline="0" noProof="0">
                <a:ln>
                  <a:noFill/>
                </a:ln>
                <a:solidFill>
                  <a:srgbClr val="CC492B"/>
                </a:solidFill>
                <a:effectLst/>
                <a:uLnTx/>
                <a:uFillTx/>
                <a:latin typeface="Microsoft JhengHei" panose="020B0604030504040204" pitchFamily="34" charset="-120"/>
                <a:ea typeface="Microsoft JhengHei" panose="020B0604030504040204" pitchFamily="34" charset="-120"/>
                <a:cs typeface="+mn-cs"/>
              </a:rPr>
              <a:t>個工作天；一次建置、多專案共用。</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9"/>
          <p:cNvSpPr txBox="1">
            <a:spLocks noGrp="1"/>
          </p:cNvSpPr>
          <p:nvPr>
            <p:ph type="title"/>
          </p:nvPr>
        </p:nvSpPr>
        <p:spPr>
          <a:xfrm>
            <a:off x="365895" y="150922"/>
            <a:ext cx="11342694" cy="6352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zh-TW" sz="2800" b="1"/>
              <a:t>Copilot Studio 功能設定截圖與相關資料</a:t>
            </a:r>
            <a:endParaRPr/>
          </a:p>
        </p:txBody>
      </p:sp>
      <p:sp>
        <p:nvSpPr>
          <p:cNvPr id="94" name="Google Shape;94;p9"/>
          <p:cNvSpPr txBox="1"/>
          <p:nvPr/>
        </p:nvSpPr>
        <p:spPr>
          <a:xfrm>
            <a:off x="365895" y="955131"/>
            <a:ext cx="7693150"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0000"/>
              </a:buClr>
              <a:buSzPts val="1800"/>
              <a:buFont typeface="Arial"/>
              <a:buNone/>
              <a:tabLst/>
              <a:defRPr/>
            </a:pPr>
            <a:r>
              <a:rPr kumimoji="0" lang="zh-TW" altLang="en-US" sz="1800" b="1" i="0" u="none" strike="noStrike" kern="0" cap="none" spc="0" normalizeH="0" baseline="0" noProof="0">
                <a:ln>
                  <a:noFill/>
                </a:ln>
                <a:solidFill>
                  <a:srgbClr val="FF0000"/>
                </a:solidFill>
                <a:effectLst/>
                <a:uLnTx/>
                <a:uFillTx/>
                <a:latin typeface="Microsoft JhengHei"/>
                <a:ea typeface="Microsoft JhengHei"/>
                <a:cs typeface="Microsoft JhengHei"/>
                <a:sym typeface="Microsoft JhengHei"/>
              </a:rPr>
              <a:t>佐證 </a:t>
            </a:r>
            <a:r>
              <a:rPr kumimoji="0" lang="en-US" altLang="zh-TW" sz="1800" b="1" i="0" u="none" strike="noStrike" kern="0" cap="none" spc="0" normalizeH="0" baseline="0" noProof="0">
                <a:ln>
                  <a:noFill/>
                </a:ln>
                <a:solidFill>
                  <a:srgbClr val="FF0000"/>
                </a:solidFill>
                <a:effectLst/>
                <a:uLnTx/>
                <a:uFillTx/>
                <a:latin typeface="Microsoft JhengHei"/>
                <a:ea typeface="Microsoft JhengHei"/>
                <a:cs typeface="Microsoft JhengHei"/>
                <a:sym typeface="Microsoft JhengHei"/>
              </a:rPr>
              <a:t>AI Agent </a:t>
            </a:r>
            <a:r>
              <a:rPr kumimoji="0" lang="zh-TW" altLang="en-US" sz="1800" b="1" i="0" u="none" strike="noStrike" kern="0" cap="none" spc="0" normalizeH="0" baseline="0" noProof="0">
                <a:ln>
                  <a:noFill/>
                </a:ln>
                <a:solidFill>
                  <a:srgbClr val="FF0000"/>
                </a:solidFill>
                <a:effectLst/>
                <a:uLnTx/>
                <a:uFillTx/>
                <a:latin typeface="Microsoft JhengHei"/>
                <a:ea typeface="Microsoft JhengHei"/>
                <a:cs typeface="Microsoft JhengHei"/>
                <a:sym typeface="Microsoft JhengHei"/>
              </a:rPr>
              <a:t>設計及運行資料</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95" name="Google Shape;95;p9"/>
          <p:cNvPicPr preferRelativeResize="0"/>
          <p:nvPr/>
        </p:nvPicPr>
        <p:blipFill rotWithShape="1">
          <a:blip r:embed="rId3">
            <a:alphaModFix/>
          </a:blip>
          <a:srcRect/>
          <a:stretch/>
        </p:blipFill>
        <p:spPr>
          <a:xfrm>
            <a:off x="365896" y="1958419"/>
            <a:ext cx="8293074" cy="4410015"/>
          </a:xfrm>
          <a:prstGeom prst="rect">
            <a:avLst/>
          </a:prstGeom>
          <a:noFill/>
          <a:ln>
            <a:noFill/>
          </a:ln>
        </p:spPr>
      </p:pic>
      <p:sp>
        <p:nvSpPr>
          <p:cNvPr id="96" name="Google Shape;96;p9"/>
          <p:cNvSpPr txBox="1"/>
          <p:nvPr/>
        </p:nvSpPr>
        <p:spPr>
          <a:xfrm>
            <a:off x="365895" y="1324463"/>
            <a:ext cx="11342693" cy="635226"/>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zh-TW" altLang="en-US" sz="14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請提供「各種關鍵功能」的設計截圖，必要時，請提供程式碼（例如：將「主題」 的程式碼匯出並另存一份 </a:t>
            </a:r>
            <a:r>
              <a:rPr kumimoji="0" lang="en-US" altLang="zh-TW" sz="14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.txt </a:t>
            </a:r>
            <a:r>
              <a:rPr kumimoji="0" lang="zh-TW" altLang="en-US" sz="14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檔案）。</a:t>
            </a:r>
            <a:endParaRPr kumimoji="0" sz="14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heme/theme1.xml><?xml version="1.0" encoding="utf-8"?>
<a:theme xmlns:a="http://schemas.openxmlformats.org/drawingml/2006/main" name="Universal Templat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niversal Templat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307</TotalTime>
  <Words>860</Words>
  <Application>Microsoft Office PowerPoint</Application>
  <PresentationFormat>寬螢幕</PresentationFormat>
  <Paragraphs>111</Paragraphs>
  <Slides>7</Slides>
  <Notes>6</Notes>
  <HiddenSlides>0</HiddenSlides>
  <MMClips>0</MMClips>
  <ScaleCrop>false</ScaleCrop>
  <HeadingPairs>
    <vt:vector size="6" baseType="variant">
      <vt:variant>
        <vt:lpstr>使用字型</vt:lpstr>
      </vt:variant>
      <vt:variant>
        <vt:i4>8</vt:i4>
      </vt:variant>
      <vt:variant>
        <vt:lpstr>佈景主題</vt:lpstr>
      </vt:variant>
      <vt:variant>
        <vt:i4>2</vt:i4>
      </vt:variant>
      <vt:variant>
        <vt:lpstr>投影片標題</vt:lpstr>
      </vt:variant>
      <vt:variant>
        <vt:i4>7</vt:i4>
      </vt:variant>
    </vt:vector>
  </HeadingPairs>
  <TitlesOfParts>
    <vt:vector size="17" baseType="lpstr">
      <vt:lpstr>Microsoft YaHei</vt:lpstr>
      <vt:lpstr>Noto Sans Symbols</vt:lpstr>
      <vt:lpstr>微軟正黑體</vt:lpstr>
      <vt:lpstr>微軟正黑體</vt:lpstr>
      <vt:lpstr>新細明體</vt:lpstr>
      <vt:lpstr>Aptos</vt:lpstr>
      <vt:lpstr>Arial</vt:lpstr>
      <vt:lpstr>Calibri</vt:lpstr>
      <vt:lpstr>Universal Template</vt:lpstr>
      <vt:lpstr>1_Universal Template</vt:lpstr>
      <vt:lpstr>智能專案經理 AI PM</vt:lpstr>
      <vt:lpstr>提案動機與目的</vt:lpstr>
      <vt:lpstr>痛點對應解法與 Agent 目標使用者樣貌</vt:lpstr>
      <vt:lpstr>流程簡述</vt:lpstr>
      <vt:lpstr>流程示意圖</vt:lpstr>
      <vt:lpstr>預期效益</vt:lpstr>
      <vt:lpstr>Copilot Studio 功能設定截圖與相關資料</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黃甯言-人力資源部-永豐金證券</dc:creator>
  <cp:lastModifiedBy>文浩 郭</cp:lastModifiedBy>
  <cp:revision>51</cp:revision>
  <dcterms:created xsi:type="dcterms:W3CDTF">2026-05-21T08:24:57Z</dcterms:created>
  <dcterms:modified xsi:type="dcterms:W3CDTF">2026-07-10T08:23:40Z</dcterms:modified>
</cp:coreProperties>
</file>