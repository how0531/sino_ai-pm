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ags/tag1.xml" ContentType="application/vnd.openxmlformats-officedocument.presentationml.tag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75" r:id="rId2"/>
  </p:sldMasterIdLst>
  <p:notesMasterIdLst>
    <p:notesMasterId r:id="rId12"/>
  </p:notesMasterIdLst>
  <p:sldIdLst>
    <p:sldId id="2147482890" r:id="rId3"/>
    <p:sldId id="2147482900" r:id="rId4"/>
    <p:sldId id="2147482906" r:id="rId5"/>
    <p:sldId id="2147482907" r:id="rId6"/>
    <p:sldId id="261" r:id="rId7"/>
    <p:sldId id="2147482908" r:id="rId8"/>
    <p:sldId id="2147482905" r:id="rId9"/>
    <p:sldId id="2147482910" r:id="rId10"/>
    <p:sldId id="2147482909" r:id="rId1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A360"/>
    <a:srgbClr val="C43826"/>
    <a:srgbClr val="0F1827"/>
    <a:srgbClr val="C6D9F1"/>
    <a:srgbClr val="B48C4C"/>
    <a:srgbClr val="647582"/>
    <a:srgbClr val="8CB0D4"/>
    <a:srgbClr val="0033CC"/>
    <a:srgbClr val="F2F2F2"/>
    <a:srgbClr val="E9F1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57485C-5D48-4BBF-895E-B97C08E7F4EF}" v="5" dt="2026-07-13T12:01:57.312"/>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264" autoAdjust="0"/>
    <p:restoredTop sz="96076" autoAdjust="0"/>
  </p:normalViewPr>
  <p:slideViewPr>
    <p:cSldViewPr snapToGrid="0">
      <p:cViewPr varScale="1">
        <p:scale>
          <a:sx n="53" d="100"/>
          <a:sy n="53" d="100"/>
        </p:scale>
        <p:origin x="856" y="-1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文浩 郭" userId="6ccc17ab3add3069" providerId="LiveId" clId="{A16DFF17-4FF3-4109-A435-57F25017F4B7}"/>
    <pc:docChg chg="undo custSel addSld delSld modSld">
      <pc:chgData name="文浩 郭" userId="6ccc17ab3add3069" providerId="LiveId" clId="{A16DFF17-4FF3-4109-A435-57F25017F4B7}" dt="2026-07-10T08:23:34.541" v="1356" actId="20577"/>
      <pc:docMkLst>
        <pc:docMk/>
      </pc:docMkLst>
      <pc:sldChg chg="addSp delSp modSp mod">
        <pc:chgData name="文浩 郭" userId="6ccc17ab3add3069" providerId="LiveId" clId="{A16DFF17-4FF3-4109-A435-57F25017F4B7}" dt="2026-07-10T07:41:56.263" v="1235" actId="1076"/>
        <pc:sldMkLst>
          <pc:docMk/>
          <pc:sldMk cId="0" sldId="261"/>
        </pc:sldMkLst>
        <pc:picChg chg="add mod modCrop">
          <ac:chgData name="文浩 郭" userId="6ccc17ab3add3069" providerId="LiveId" clId="{A16DFF17-4FF3-4109-A435-57F25017F4B7}" dt="2026-07-10T07:41:56.263" v="1235" actId="1076"/>
          <ac:picMkLst>
            <pc:docMk/>
            <pc:sldMk cId="0" sldId="261"/>
            <ac:picMk id="4" creationId="{A5138597-CC39-3990-525C-B741A4109C5C}"/>
          </ac:picMkLst>
        </pc:picChg>
      </pc:sldChg>
      <pc:sldChg chg="modSp mod">
        <pc:chgData name="文浩 郭" userId="6ccc17ab3add3069" providerId="LiveId" clId="{A16DFF17-4FF3-4109-A435-57F25017F4B7}" dt="2026-07-10T05:22:54.331" v="3" actId="20577"/>
        <pc:sldMkLst>
          <pc:docMk/>
          <pc:sldMk cId="1577518392" sldId="2147482890"/>
        </pc:sldMkLst>
        <pc:spChg chg="mod">
          <ac:chgData name="文浩 郭" userId="6ccc17ab3add3069" providerId="LiveId" clId="{A16DFF17-4FF3-4109-A435-57F25017F4B7}" dt="2026-07-10T05:22:54.331" v="3" actId="20577"/>
          <ac:spMkLst>
            <pc:docMk/>
            <pc:sldMk cId="1577518392" sldId="2147482890"/>
            <ac:spMk id="2" creationId="{60E1690E-F553-7D05-B880-0F46C2604996}"/>
          </ac:spMkLst>
        </pc:spChg>
        <pc:spChg chg="mod">
          <ac:chgData name="文浩 郭" userId="6ccc17ab3add3069" providerId="LiveId" clId="{A16DFF17-4FF3-4109-A435-57F25017F4B7}" dt="2026-07-10T05:22:51.496" v="2" actId="14100"/>
          <ac:spMkLst>
            <pc:docMk/>
            <pc:sldMk cId="1577518392" sldId="2147482890"/>
            <ac:spMk id="3" creationId="{F3948507-9718-A0E5-90E5-386583EB69A6}"/>
          </ac:spMkLst>
        </pc:spChg>
      </pc:sldChg>
      <pc:sldChg chg="addSp delSp modSp mod">
        <pc:chgData name="文浩 郭" userId="6ccc17ab3add3069" providerId="LiveId" clId="{A16DFF17-4FF3-4109-A435-57F25017F4B7}" dt="2026-07-10T08:22:10.503" v="1325" actId="14100"/>
        <pc:sldMkLst>
          <pc:docMk/>
          <pc:sldMk cId="0" sldId="2147482900"/>
        </pc:sldMkLst>
        <pc:spChg chg="add mod">
          <ac:chgData name="文浩 郭" userId="6ccc17ab3add3069" providerId="LiveId" clId="{A16DFF17-4FF3-4109-A435-57F25017F4B7}" dt="2026-07-10T05:40:45.273" v="831" actId="1076"/>
          <ac:spMkLst>
            <pc:docMk/>
            <pc:sldMk cId="0" sldId="2147482900"/>
            <ac:spMk id="3" creationId="{86E442D5-CD6E-6DD2-F1F8-5474C280A7C9}"/>
          </ac:spMkLst>
        </pc:spChg>
        <pc:spChg chg="mod">
          <ac:chgData name="文浩 郭" userId="6ccc17ab3add3069" providerId="LiveId" clId="{A16DFF17-4FF3-4109-A435-57F25017F4B7}" dt="2026-07-10T05:40:45.273" v="831" actId="1076"/>
          <ac:spMkLst>
            <pc:docMk/>
            <pc:sldMk cId="0" sldId="2147482900"/>
            <ac:spMk id="4" creationId="{361EB62E-984A-3DF3-8A3D-65088788322C}"/>
          </ac:spMkLst>
        </pc:spChg>
        <pc:spChg chg="mod">
          <ac:chgData name="文浩 郭" userId="6ccc17ab3add3069" providerId="LiveId" clId="{A16DFF17-4FF3-4109-A435-57F25017F4B7}" dt="2026-07-10T05:47:26.893" v="977" actId="20577"/>
          <ac:spMkLst>
            <pc:docMk/>
            <pc:sldMk cId="0" sldId="2147482900"/>
            <ac:spMk id="8" creationId="{A2256F3E-78CC-D43C-9D54-C9677A2BA704}"/>
          </ac:spMkLst>
        </pc:spChg>
        <pc:spChg chg="mod">
          <ac:chgData name="文浩 郭" userId="6ccc17ab3add3069" providerId="LiveId" clId="{A16DFF17-4FF3-4109-A435-57F25017F4B7}" dt="2026-07-10T05:40:45.273" v="831" actId="1076"/>
          <ac:spMkLst>
            <pc:docMk/>
            <pc:sldMk cId="0" sldId="2147482900"/>
            <ac:spMk id="11" creationId="{39D02D02-2C27-2ECD-E196-3D9C10E71E95}"/>
          </ac:spMkLst>
        </pc:spChg>
        <pc:spChg chg="add mod">
          <ac:chgData name="文浩 郭" userId="6ccc17ab3add3069" providerId="LiveId" clId="{A16DFF17-4FF3-4109-A435-57F25017F4B7}" dt="2026-07-10T08:22:06.054" v="1323" actId="14100"/>
          <ac:spMkLst>
            <pc:docMk/>
            <pc:sldMk cId="0" sldId="2147482900"/>
            <ac:spMk id="16" creationId="{FA83FE7E-2E4F-534A-CAA9-65871A1D13E9}"/>
          </ac:spMkLst>
        </pc:spChg>
        <pc:spChg chg="add mod">
          <ac:chgData name="文浩 郭" userId="6ccc17ab3add3069" providerId="LiveId" clId="{A16DFF17-4FF3-4109-A435-57F25017F4B7}" dt="2026-07-10T07:37:37.071" v="1027" actId="1076"/>
          <ac:spMkLst>
            <pc:docMk/>
            <pc:sldMk cId="0" sldId="2147482900"/>
            <ac:spMk id="18" creationId="{0AC1F3C6-83DB-17B9-0101-477EBBA98FDE}"/>
          </ac:spMkLst>
        </pc:spChg>
        <pc:spChg chg="add mod">
          <ac:chgData name="文浩 郭" userId="6ccc17ab3add3069" providerId="LiveId" clId="{A16DFF17-4FF3-4109-A435-57F25017F4B7}" dt="2026-07-10T08:22:10.503" v="1325" actId="14100"/>
          <ac:spMkLst>
            <pc:docMk/>
            <pc:sldMk cId="0" sldId="2147482900"/>
            <ac:spMk id="20" creationId="{D5599C20-50DF-7D9F-4068-F0799538999F}"/>
          </ac:spMkLst>
        </pc:spChg>
        <pc:spChg chg="mod">
          <ac:chgData name="文浩 郭" userId="6ccc17ab3add3069" providerId="LiveId" clId="{A16DFF17-4FF3-4109-A435-57F25017F4B7}" dt="2026-07-10T05:44:41.277" v="848" actId="1076"/>
          <ac:spMkLst>
            <pc:docMk/>
            <pc:sldMk cId="0" sldId="2147482900"/>
            <ac:spMk id="38" creationId="{00000000-0000-0000-0000-000000000000}"/>
          </ac:spMkLst>
        </pc:spChg>
        <pc:grpChg chg="add mod">
          <ac:chgData name="文浩 郭" userId="6ccc17ab3add3069" providerId="LiveId" clId="{A16DFF17-4FF3-4109-A435-57F25017F4B7}" dt="2026-07-10T05:44:44.251" v="849" actId="164"/>
          <ac:grpSpMkLst>
            <pc:docMk/>
            <pc:sldMk cId="0" sldId="2147482900"/>
            <ac:grpSpMk id="14" creationId="{C768EC03-F389-5566-CE8D-89B013CEE115}"/>
          </ac:grpSpMkLst>
        </pc:grpChg>
        <pc:grpChg chg="add mod">
          <ac:chgData name="文浩 郭" userId="6ccc17ab3add3069" providerId="LiveId" clId="{A16DFF17-4FF3-4109-A435-57F25017F4B7}" dt="2026-07-10T05:44:47.776" v="851" actId="1076"/>
          <ac:grpSpMkLst>
            <pc:docMk/>
            <pc:sldMk cId="0" sldId="2147482900"/>
            <ac:grpSpMk id="21" creationId="{0EC9D0CB-CA43-4B1B-9780-80C31B60EC25}"/>
          </ac:grpSpMkLst>
        </pc:grpChg>
        <pc:grpChg chg="add mod">
          <ac:chgData name="文浩 郭" userId="6ccc17ab3add3069" providerId="LiveId" clId="{A16DFF17-4FF3-4109-A435-57F25017F4B7}" dt="2026-07-10T05:44:45.441" v="850" actId="164"/>
          <ac:grpSpMkLst>
            <pc:docMk/>
            <pc:sldMk cId="0" sldId="2147482900"/>
            <ac:grpSpMk id="22" creationId="{0CCA031C-2E5A-029F-800F-982F82331F2F}"/>
          </ac:grpSpMkLst>
        </pc:grpChg>
      </pc:sldChg>
      <pc:sldChg chg="modSp mod">
        <pc:chgData name="文浩 郭" userId="6ccc17ab3add3069" providerId="LiveId" clId="{A16DFF17-4FF3-4109-A435-57F25017F4B7}" dt="2026-07-10T06:20:45.649" v="996" actId="1035"/>
        <pc:sldMkLst>
          <pc:docMk/>
          <pc:sldMk cId="0" sldId="2147482905"/>
        </pc:sldMkLst>
      </pc:sldChg>
      <pc:sldChg chg="addSp delSp modSp add mod">
        <pc:chgData name="文浩 郭" userId="6ccc17ab3add3069" providerId="LiveId" clId="{A16DFF17-4FF3-4109-A435-57F25017F4B7}" dt="2026-07-10T08:21:57.770" v="1321" actId="478"/>
        <pc:sldMkLst>
          <pc:docMk/>
          <pc:sldMk cId="0" sldId="2147482906"/>
        </pc:sldMkLst>
        <pc:spChg chg="mod">
          <ac:chgData name="文浩 郭" userId="6ccc17ab3add3069" providerId="LiveId" clId="{A16DFF17-4FF3-4109-A435-57F25017F4B7}" dt="2026-07-10T07:41:14.093" v="1223" actId="20577"/>
          <ac:spMkLst>
            <pc:docMk/>
            <pc:sldMk cId="0" sldId="2147482906"/>
            <ac:spMk id="46" creationId="{00000000-0000-0000-0000-000000000000}"/>
          </ac:spMkLst>
        </pc:spChg>
        <pc:spChg chg="mod">
          <ac:chgData name="文浩 郭" userId="6ccc17ab3add3069" providerId="LiveId" clId="{A16DFF17-4FF3-4109-A435-57F25017F4B7}" dt="2026-07-10T08:21:43.369" v="1320" actId="208"/>
          <ac:spMkLst>
            <pc:docMk/>
            <pc:sldMk cId="0" sldId="2147482906"/>
            <ac:spMk id="47" creationId="{00000000-0000-0000-0000-000000000000}"/>
          </ac:spMkLst>
        </pc:spChg>
        <pc:spChg chg="mod">
          <ac:chgData name="文浩 郭" userId="6ccc17ab3add3069" providerId="LiveId" clId="{A16DFF17-4FF3-4109-A435-57F25017F4B7}" dt="2026-07-10T08:21:39.108" v="1319" actId="207"/>
          <ac:spMkLst>
            <pc:docMk/>
            <pc:sldMk cId="0" sldId="2147482906"/>
            <ac:spMk id="48" creationId="{00000000-0000-0000-0000-000000000000}"/>
          </ac:spMkLst>
        </pc:spChg>
        <pc:spChg chg="mod">
          <ac:chgData name="文浩 郭" userId="6ccc17ab3add3069" providerId="LiveId" clId="{A16DFF17-4FF3-4109-A435-57F25017F4B7}" dt="2026-07-10T07:40:12.959" v="1164" actId="20577"/>
          <ac:spMkLst>
            <pc:docMk/>
            <pc:sldMk cId="0" sldId="2147482906"/>
            <ac:spMk id="49" creationId="{00000000-0000-0000-0000-000000000000}"/>
          </ac:spMkLst>
        </pc:spChg>
        <pc:spChg chg="mod">
          <ac:chgData name="文浩 郭" userId="6ccc17ab3add3069" providerId="LiveId" clId="{A16DFF17-4FF3-4109-A435-57F25017F4B7}" dt="2026-07-10T07:41:04.976" v="1222" actId="6549"/>
          <ac:spMkLst>
            <pc:docMk/>
            <pc:sldMk cId="0" sldId="2147482906"/>
            <ac:spMk id="52" creationId="{00000000-0000-0000-0000-000000000000}"/>
          </ac:spMkLst>
        </pc:spChg>
        <pc:spChg chg="mod">
          <ac:chgData name="文浩 郭" userId="6ccc17ab3add3069" providerId="LiveId" clId="{A16DFF17-4FF3-4109-A435-57F25017F4B7}" dt="2026-07-10T08:21:34.869" v="1318" actId="208"/>
          <ac:spMkLst>
            <pc:docMk/>
            <pc:sldMk cId="0" sldId="2147482906"/>
            <ac:spMk id="53" creationId="{00000000-0000-0000-0000-000000000000}"/>
          </ac:spMkLst>
        </pc:spChg>
        <pc:spChg chg="mod">
          <ac:chgData name="文浩 郭" userId="6ccc17ab3add3069" providerId="LiveId" clId="{A16DFF17-4FF3-4109-A435-57F25017F4B7}" dt="2026-07-10T08:21:29.108" v="1317" actId="207"/>
          <ac:spMkLst>
            <pc:docMk/>
            <pc:sldMk cId="0" sldId="2147482906"/>
            <ac:spMk id="54" creationId="{00000000-0000-0000-0000-000000000000}"/>
          </ac:spMkLst>
        </pc:spChg>
        <pc:spChg chg="mod">
          <ac:chgData name="文浩 郭" userId="6ccc17ab3add3069" providerId="LiveId" clId="{A16DFF17-4FF3-4109-A435-57F25017F4B7}" dt="2026-07-10T08:18:38.277" v="1236"/>
          <ac:spMkLst>
            <pc:docMk/>
            <pc:sldMk cId="0" sldId="2147482906"/>
            <ac:spMk id="55" creationId="{00000000-0000-0000-0000-000000000000}"/>
          </ac:spMkLst>
        </pc:spChg>
      </pc:sldChg>
      <pc:sldChg chg="addSp delSp modSp add mod">
        <pc:chgData name="文浩 郭" userId="6ccc17ab3add3069" providerId="LiveId" clId="{A16DFF17-4FF3-4109-A435-57F25017F4B7}" dt="2026-07-10T08:21:21.502" v="1315" actId="21"/>
        <pc:sldMkLst>
          <pc:docMk/>
          <pc:sldMk cId="0" sldId="2147482907"/>
        </pc:sldMkLst>
        <pc:spChg chg="mod">
          <ac:chgData name="文浩 郭" userId="6ccc17ab3add3069" providerId="LiveId" clId="{A16DFF17-4FF3-4109-A435-57F25017F4B7}" dt="2026-07-10T08:21:13.835" v="1314" actId="207"/>
          <ac:spMkLst>
            <pc:docMk/>
            <pc:sldMk cId="0" sldId="2147482907"/>
            <ac:spMk id="6" creationId="{DE799AA1-389D-9CF3-1660-129B50C70817}"/>
          </ac:spMkLst>
        </pc:spChg>
        <pc:spChg chg="mod">
          <ac:chgData name="文浩 郭" userId="6ccc17ab3add3069" providerId="LiveId" clId="{A16DFF17-4FF3-4109-A435-57F25017F4B7}" dt="2026-07-10T08:19:50.815" v="1249" actId="108"/>
          <ac:spMkLst>
            <pc:docMk/>
            <pc:sldMk cId="0" sldId="2147482907"/>
            <ac:spMk id="7" creationId="{7C1EAB8D-5060-CFF2-DC40-CC447D8CA772}"/>
          </ac:spMkLst>
        </pc:spChg>
      </pc:sldChg>
      <pc:sldChg chg="modSp add mod">
        <pc:chgData name="文浩 郭" userId="6ccc17ab3add3069" providerId="LiveId" clId="{A16DFF17-4FF3-4109-A435-57F25017F4B7}" dt="2026-07-10T08:23:34.541" v="1356" actId="20577"/>
        <pc:sldMkLst>
          <pc:docMk/>
          <pc:sldMk cId="0" sldId="2147482908"/>
        </pc:sldMkLst>
        <pc:graphicFrameChg chg="modGraphic">
          <ac:chgData name="文浩 郭" userId="6ccc17ab3add3069" providerId="LiveId" clId="{A16DFF17-4FF3-4109-A435-57F25017F4B7}" dt="2026-07-10T08:23:34.541" v="1356" actId="20577"/>
          <ac:graphicFrameMkLst>
            <pc:docMk/>
            <pc:sldMk cId="0" sldId="2147482908"/>
            <ac:graphicFrameMk id="2" creationId="{3E0355A8-9D93-E87D-80AD-AF4B413A3B53}"/>
          </ac:graphicFrameMkLst>
        </pc:graphicFrameChg>
      </pc:sldChg>
    </pc:docChg>
  </pc:docChgLst>
  <pc:docChgLst>
    <pc:chgData name="郭文浩-數位經營部-永豐金證券" userId="274e1ecc-273d-4e1f-a4ac-0f2f0565666d" providerId="ADAL" clId="{40D049B3-D0A6-43DB-8827-ED15BABCAA6A}"/>
    <pc:docChg chg="undo custSel addSld modSld sldOrd">
      <pc:chgData name="郭文浩-數位經營部-永豐金證券" userId="274e1ecc-273d-4e1f-a4ac-0f2f0565666d" providerId="ADAL" clId="{40D049B3-D0A6-43DB-8827-ED15BABCAA6A}" dt="2026-07-13T12:03:36.436" v="415" actId="1076"/>
      <pc:docMkLst>
        <pc:docMk/>
      </pc:docMkLst>
      <pc:sldChg chg="addSp delSp modSp mod">
        <pc:chgData name="郭文浩-數位經營部-永豐金證券" userId="274e1ecc-273d-4e1f-a4ac-0f2f0565666d" providerId="ADAL" clId="{40D049B3-D0A6-43DB-8827-ED15BABCAA6A}" dt="2026-07-09T09:31:34.404" v="5" actId="478"/>
        <pc:sldMkLst>
          <pc:docMk/>
          <pc:sldMk cId="0" sldId="261"/>
        </pc:sldMkLst>
      </pc:sldChg>
      <pc:sldChg chg="modSp mod">
        <pc:chgData name="郭文浩-數位經營部-永豐金證券" userId="274e1ecc-273d-4e1f-a4ac-0f2f0565666d" providerId="ADAL" clId="{40D049B3-D0A6-43DB-8827-ED15BABCAA6A}" dt="2026-07-13T11:02:16.336" v="44" actId="20577"/>
        <pc:sldMkLst>
          <pc:docMk/>
          <pc:sldMk cId="0" sldId="2147482900"/>
        </pc:sldMkLst>
        <pc:spChg chg="mod">
          <ac:chgData name="郭文浩-數位經營部-永豐金證券" userId="274e1ecc-273d-4e1f-a4ac-0f2f0565666d" providerId="ADAL" clId="{40D049B3-D0A6-43DB-8827-ED15BABCAA6A}" dt="2026-07-13T11:02:16.336" v="44" actId="20577"/>
          <ac:spMkLst>
            <pc:docMk/>
            <pc:sldMk cId="0" sldId="2147482900"/>
            <ac:spMk id="4" creationId="{361EB62E-984A-3DF3-8A3D-65088788322C}"/>
          </ac:spMkLst>
        </pc:spChg>
      </pc:sldChg>
      <pc:sldChg chg="addSp delSp modSp mod">
        <pc:chgData name="郭文浩-數位經營部-永豐金證券" userId="274e1ecc-273d-4e1f-a4ac-0f2f0565666d" providerId="ADAL" clId="{40D049B3-D0A6-43DB-8827-ED15BABCAA6A}" dt="2026-07-13T12:03:36.436" v="415" actId="1076"/>
        <pc:sldMkLst>
          <pc:docMk/>
          <pc:sldMk cId="0" sldId="2147482905"/>
        </pc:sldMkLst>
        <pc:spChg chg="del">
          <ac:chgData name="郭文浩-數位經營部-永豐金證券" userId="274e1ecc-273d-4e1f-a4ac-0f2f0565666d" providerId="ADAL" clId="{40D049B3-D0A6-43DB-8827-ED15BABCAA6A}" dt="2026-07-13T11:04:51.116" v="162" actId="478"/>
          <ac:spMkLst>
            <pc:docMk/>
            <pc:sldMk cId="0" sldId="2147482905"/>
            <ac:spMk id="94" creationId="{00000000-0000-0000-0000-000000000000}"/>
          </ac:spMkLst>
        </pc:spChg>
        <pc:spChg chg="del">
          <ac:chgData name="郭文浩-數位經營部-永豐金證券" userId="274e1ecc-273d-4e1f-a4ac-0f2f0565666d" providerId="ADAL" clId="{40D049B3-D0A6-43DB-8827-ED15BABCAA6A}" dt="2026-07-13T11:04:50.492" v="161" actId="478"/>
          <ac:spMkLst>
            <pc:docMk/>
            <pc:sldMk cId="0" sldId="2147482905"/>
            <ac:spMk id="96" creationId="{00000000-0000-0000-0000-000000000000}"/>
          </ac:spMkLst>
        </pc:spChg>
        <pc:picChg chg="add del mod">
          <ac:chgData name="郭文浩-數位經營部-永豐金證券" userId="274e1ecc-273d-4e1f-a4ac-0f2f0565666d" providerId="ADAL" clId="{40D049B3-D0A6-43DB-8827-ED15BABCAA6A}" dt="2026-07-13T11:06:14.907" v="169" actId="478"/>
          <ac:picMkLst>
            <pc:docMk/>
            <pc:sldMk cId="0" sldId="2147482905"/>
            <ac:picMk id="3" creationId="{B4EF0D5F-9339-D5D9-21BC-06E29F716167}"/>
          </ac:picMkLst>
        </pc:picChg>
        <pc:picChg chg="add mod">
          <ac:chgData name="郭文浩-數位經營部-永豐金證券" userId="274e1ecc-273d-4e1f-a4ac-0f2f0565666d" providerId="ADAL" clId="{40D049B3-D0A6-43DB-8827-ED15BABCAA6A}" dt="2026-07-13T12:03:31.929" v="414" actId="14100"/>
          <ac:picMkLst>
            <pc:docMk/>
            <pc:sldMk cId="0" sldId="2147482905"/>
            <ac:picMk id="3" creationId="{CC3ED541-2E27-C977-1CD7-9BA2718C180A}"/>
          </ac:picMkLst>
        </pc:picChg>
        <pc:picChg chg="add mod">
          <ac:chgData name="郭文浩-數位經營部-永豐金證券" userId="274e1ecc-273d-4e1f-a4ac-0f2f0565666d" providerId="ADAL" clId="{40D049B3-D0A6-43DB-8827-ED15BABCAA6A}" dt="2026-07-13T12:03:36.436" v="415" actId="1076"/>
          <ac:picMkLst>
            <pc:docMk/>
            <pc:sldMk cId="0" sldId="2147482905"/>
            <ac:picMk id="5" creationId="{AF0A650C-C2DB-D66F-113F-09761814837D}"/>
          </ac:picMkLst>
        </pc:picChg>
        <pc:picChg chg="del">
          <ac:chgData name="郭文浩-數位經營部-永豐金證券" userId="274e1ecc-273d-4e1f-a4ac-0f2f0565666d" providerId="ADAL" clId="{40D049B3-D0A6-43DB-8827-ED15BABCAA6A}" dt="2026-07-13T11:04:49.239" v="160" actId="478"/>
          <ac:picMkLst>
            <pc:docMk/>
            <pc:sldMk cId="0" sldId="2147482905"/>
            <ac:picMk id="95" creationId="{00000000-0000-0000-0000-000000000000}"/>
          </ac:picMkLst>
        </pc:picChg>
      </pc:sldChg>
      <pc:sldChg chg="modSp mod">
        <pc:chgData name="郭文浩-數位經營部-永豐金證券" userId="274e1ecc-273d-4e1f-a4ac-0f2f0565666d" providerId="ADAL" clId="{40D049B3-D0A6-43DB-8827-ED15BABCAA6A}" dt="2026-07-13T11:02:39.817" v="74" actId="20577"/>
        <pc:sldMkLst>
          <pc:docMk/>
          <pc:sldMk cId="0" sldId="2147482907"/>
        </pc:sldMkLst>
        <pc:spChg chg="mod">
          <ac:chgData name="郭文浩-數位經營部-永豐金證券" userId="274e1ecc-273d-4e1f-a4ac-0f2f0565666d" providerId="ADAL" clId="{40D049B3-D0A6-43DB-8827-ED15BABCAA6A}" dt="2026-07-13T11:02:39.817" v="74" actId="20577"/>
          <ac:spMkLst>
            <pc:docMk/>
            <pc:sldMk cId="0" sldId="2147482907"/>
            <ac:spMk id="7" creationId="{7C1EAB8D-5060-CFF2-DC40-CC447D8CA772}"/>
          </ac:spMkLst>
        </pc:spChg>
      </pc:sldChg>
      <pc:sldChg chg="addSp modSp mod">
        <pc:chgData name="郭文浩-數位經營部-永豐金證券" userId="274e1ecc-273d-4e1f-a4ac-0f2f0565666d" providerId="ADAL" clId="{40D049B3-D0A6-43DB-8827-ED15BABCAA6A}" dt="2026-07-13T11:58:28.250" v="330" actId="552"/>
        <pc:sldMkLst>
          <pc:docMk/>
          <pc:sldMk cId="0" sldId="2147482908"/>
        </pc:sldMkLst>
        <pc:spChg chg="mod">
          <ac:chgData name="郭文浩-數位經營部-永豐金證券" userId="274e1ecc-273d-4e1f-a4ac-0f2f0565666d" providerId="ADAL" clId="{40D049B3-D0A6-43DB-8827-ED15BABCAA6A}" dt="2026-07-13T11:03:48.019" v="114" actId="20577"/>
          <ac:spMkLst>
            <pc:docMk/>
            <pc:sldMk cId="0" sldId="2147482908"/>
            <ac:spMk id="3" creationId="{C61512A1-1763-8480-3EA1-20EDCC258513}"/>
          </ac:spMkLst>
        </pc:spChg>
        <pc:spChg chg="add mod">
          <ac:chgData name="郭文浩-數位經營部-永豐金證券" userId="274e1ecc-273d-4e1f-a4ac-0f2f0565666d" providerId="ADAL" clId="{40D049B3-D0A6-43DB-8827-ED15BABCAA6A}" dt="2026-07-13T11:58:28.250" v="330" actId="552"/>
          <ac:spMkLst>
            <pc:docMk/>
            <pc:sldMk cId="0" sldId="2147482908"/>
            <ac:spMk id="4" creationId="{EAF509D0-1A72-8D6E-B0E5-2BC3A2E3A46A}"/>
          </ac:spMkLst>
        </pc:spChg>
        <pc:spChg chg="mod">
          <ac:chgData name="郭文浩-數位經營部-永豐金證券" userId="274e1ecc-273d-4e1f-a4ac-0f2f0565666d" providerId="ADAL" clId="{40D049B3-D0A6-43DB-8827-ED15BABCAA6A}" dt="2026-07-13T11:58:28.250" v="330" actId="552"/>
          <ac:spMkLst>
            <pc:docMk/>
            <pc:sldMk cId="0" sldId="2147482908"/>
            <ac:spMk id="85" creationId="{00000000-0000-0000-0000-000000000000}"/>
          </ac:spMkLst>
        </pc:spChg>
        <pc:spChg chg="mod">
          <ac:chgData name="郭文浩-數位經營部-永豐金證券" userId="274e1ecc-273d-4e1f-a4ac-0f2f0565666d" providerId="ADAL" clId="{40D049B3-D0A6-43DB-8827-ED15BABCAA6A}" dt="2026-07-13T11:58:13.373" v="321" actId="14100"/>
          <ac:spMkLst>
            <pc:docMk/>
            <pc:sldMk cId="0" sldId="2147482908"/>
            <ac:spMk id="86" creationId="{00000000-0000-0000-0000-000000000000}"/>
          </ac:spMkLst>
        </pc:spChg>
        <pc:graphicFrameChg chg="modGraphic">
          <ac:chgData name="郭文浩-數位經營部-永豐金證券" userId="274e1ecc-273d-4e1f-a4ac-0f2f0565666d" providerId="ADAL" clId="{40D049B3-D0A6-43DB-8827-ED15BABCAA6A}" dt="2026-07-13T11:58:01.522" v="317" actId="108"/>
          <ac:graphicFrameMkLst>
            <pc:docMk/>
            <pc:sldMk cId="0" sldId="2147482908"/>
            <ac:graphicFrameMk id="2" creationId="{3E0355A8-9D93-E87D-80AD-AF4B413A3B53}"/>
          </ac:graphicFrameMkLst>
        </pc:graphicFrameChg>
      </pc:sldChg>
      <pc:sldChg chg="addSp delSp modSp add mod">
        <pc:chgData name="郭文浩-數位經營部-永豐金證券" userId="274e1ecc-273d-4e1f-a4ac-0f2f0565666d" providerId="ADAL" clId="{40D049B3-D0A6-43DB-8827-ED15BABCAA6A}" dt="2026-07-13T12:02:13.474" v="408" actId="20577"/>
        <pc:sldMkLst>
          <pc:docMk/>
          <pc:sldMk cId="1440746775" sldId="2147482909"/>
        </pc:sldMkLst>
        <pc:spChg chg="add mod">
          <ac:chgData name="郭文浩-數位經營部-永豐金證券" userId="274e1ecc-273d-4e1f-a4ac-0f2f0565666d" providerId="ADAL" clId="{40D049B3-D0A6-43DB-8827-ED15BABCAA6A}" dt="2026-07-13T12:02:13.474" v="408" actId="20577"/>
          <ac:spMkLst>
            <pc:docMk/>
            <pc:sldMk cId="1440746775" sldId="2147482909"/>
            <ac:spMk id="9" creationId="{FE3D0460-0B8D-16F7-D11A-09870669471B}"/>
          </ac:spMkLst>
        </pc:spChg>
        <pc:picChg chg="del">
          <ac:chgData name="郭文浩-數位經營部-永豐金證券" userId="274e1ecc-273d-4e1f-a4ac-0f2f0565666d" providerId="ADAL" clId="{40D049B3-D0A6-43DB-8827-ED15BABCAA6A}" dt="2026-07-13T11:25:49.830" v="176" actId="478"/>
          <ac:picMkLst>
            <pc:docMk/>
            <pc:sldMk cId="1440746775" sldId="2147482909"/>
            <ac:picMk id="3" creationId="{CE2BA18F-4FCE-294A-5786-F314AF1D1F7A}"/>
          </ac:picMkLst>
        </pc:picChg>
        <pc:picChg chg="add del mod">
          <ac:chgData name="郭文浩-數位經營部-永豐金證券" userId="274e1ecc-273d-4e1f-a4ac-0f2f0565666d" providerId="ADAL" clId="{40D049B3-D0A6-43DB-8827-ED15BABCAA6A}" dt="2026-07-13T11:55:35.114" v="191" actId="478"/>
          <ac:picMkLst>
            <pc:docMk/>
            <pc:sldMk cId="1440746775" sldId="2147482909"/>
            <ac:picMk id="4" creationId="{320C3681-8BFE-99D9-F7A4-87E4BFDB913E}"/>
          </ac:picMkLst>
        </pc:picChg>
        <pc:picChg chg="add del mod">
          <ac:chgData name="郭文浩-數位經營部-永豐金證券" userId="274e1ecc-273d-4e1f-a4ac-0f2f0565666d" providerId="ADAL" clId="{40D049B3-D0A6-43DB-8827-ED15BABCAA6A}" dt="2026-07-13T11:55:34.827" v="190" actId="931"/>
          <ac:picMkLst>
            <pc:docMk/>
            <pc:sldMk cId="1440746775" sldId="2147482909"/>
            <ac:picMk id="6" creationId="{D37F4E5E-DDBA-CF29-4775-CC693F0328AF}"/>
          </ac:picMkLst>
        </pc:picChg>
        <pc:picChg chg="add del mod">
          <ac:chgData name="郭文浩-數位經營部-永豐金證券" userId="274e1ecc-273d-4e1f-a4ac-0f2f0565666d" providerId="ADAL" clId="{40D049B3-D0A6-43DB-8827-ED15BABCAA6A}" dt="2026-07-13T11:57:21.473" v="260" actId="478"/>
          <ac:picMkLst>
            <pc:docMk/>
            <pc:sldMk cId="1440746775" sldId="2147482909"/>
            <ac:picMk id="8" creationId="{5ABF70A5-41C1-4EB4-D06D-F1BE5EA77821}"/>
          </ac:picMkLst>
        </pc:picChg>
      </pc:sldChg>
      <pc:sldChg chg="addSp delSp modSp add mod ord">
        <pc:chgData name="郭文浩-數位經營部-永豐金證券" userId="274e1ecc-273d-4e1f-a4ac-0f2f0565666d" providerId="ADAL" clId="{40D049B3-D0A6-43DB-8827-ED15BABCAA6A}" dt="2026-07-13T12:01:52.920" v="375"/>
        <pc:sldMkLst>
          <pc:docMk/>
          <pc:sldMk cId="1849772947" sldId="2147482910"/>
        </pc:sldMkLst>
        <pc:spChg chg="add del mod">
          <ac:chgData name="郭文浩-數位經營部-永豐金證券" userId="274e1ecc-273d-4e1f-a4ac-0f2f0565666d" providerId="ADAL" clId="{40D049B3-D0A6-43DB-8827-ED15BABCAA6A}" dt="2026-07-13T11:56:39.985" v="209" actId="478"/>
          <ac:spMkLst>
            <pc:docMk/>
            <pc:sldMk cId="1849772947" sldId="2147482910"/>
            <ac:spMk id="5" creationId="{4ECDCDE1-E5ED-CB4F-9951-3587804EDFBF}"/>
          </ac:spMkLst>
        </pc:spChg>
        <pc:spChg chg="add mod">
          <ac:chgData name="郭文浩-數位經營部-永豐金證券" userId="274e1ecc-273d-4e1f-a4ac-0f2f0565666d" providerId="ADAL" clId="{40D049B3-D0A6-43DB-8827-ED15BABCAA6A}" dt="2026-07-13T11:57:16.831" v="259" actId="14100"/>
          <ac:spMkLst>
            <pc:docMk/>
            <pc:sldMk cId="1849772947" sldId="2147482910"/>
            <ac:spMk id="6" creationId="{F8645C62-CA39-E07B-A96E-556977C0016F}"/>
          </ac:spMkLst>
        </pc:spChg>
        <pc:spChg chg="add mod">
          <ac:chgData name="郭文浩-數位經營部-永豐金證券" userId="274e1ecc-273d-4e1f-a4ac-0f2f0565666d" providerId="ADAL" clId="{40D049B3-D0A6-43DB-8827-ED15BABCAA6A}" dt="2026-07-13T11:58:59.132" v="373" actId="1076"/>
          <ac:spMkLst>
            <pc:docMk/>
            <pc:sldMk cId="1849772947" sldId="2147482910"/>
            <ac:spMk id="7" creationId="{77469066-6609-F7A7-7E85-48BEC75E6D2F}"/>
          </ac:spMkLst>
        </pc:spChg>
        <pc:picChg chg="add mod">
          <ac:chgData name="郭文浩-數位經營部-永豐金證券" userId="274e1ecc-273d-4e1f-a4ac-0f2f0565666d" providerId="ADAL" clId="{40D049B3-D0A6-43DB-8827-ED15BABCAA6A}" dt="2026-07-13T11:56:27.879" v="206" actId="1440"/>
          <ac:picMkLst>
            <pc:docMk/>
            <pc:sldMk cId="1849772947" sldId="2147482910"/>
            <ac:picMk id="3" creationId="{79C1B7C2-DC26-9BB6-0AE7-8497B4D0D00A}"/>
          </ac:picMkLst>
        </pc:picChg>
        <pc:picChg chg="del">
          <ac:chgData name="郭文浩-數位經營部-永豐金證券" userId="274e1ecc-273d-4e1f-a4ac-0f2f0565666d" providerId="ADAL" clId="{40D049B3-D0A6-43DB-8827-ED15BABCAA6A}" dt="2026-07-13T11:55:40.381" v="195" actId="478"/>
          <ac:picMkLst>
            <pc:docMk/>
            <pc:sldMk cId="1849772947" sldId="2147482910"/>
            <ac:picMk id="4" creationId="{6FBAB921-7909-3178-00C6-3E2C7C6BBD15}"/>
          </ac:picMkLst>
        </pc:picChg>
        <pc:picChg chg="mod">
          <ac:chgData name="郭文浩-數位經營部-永豐金證券" userId="274e1ecc-273d-4e1f-a4ac-0f2f0565666d" providerId="ADAL" clId="{40D049B3-D0A6-43DB-8827-ED15BABCAA6A}" dt="2026-07-13T11:55:43.435" v="197" actId="1076"/>
          <ac:picMkLst>
            <pc:docMk/>
            <pc:sldMk cId="1849772947" sldId="2147482910"/>
            <ac:picMk id="8" creationId="{9F2A5DF1-8FFE-082E-EDF3-A97FE3F1BFA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2A1B36-CF89-4CE4-A8DF-FD84EF87482D}" type="datetimeFigureOut">
              <a:rPr lang="zh-TW" altLang="en-US" smtClean="0"/>
              <a:t>2026/7/13</a:t>
            </a:fld>
            <a:endParaRPr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E731EA-1D42-4FED-8EFB-5C1C4CB5B9F4}" type="slidenum">
              <a:rPr lang="zh-TW" altLang="en-US" smtClean="0"/>
              <a:t>‹#›</a:t>
            </a:fld>
            <a:endParaRPr lang="zh-TW" altLang="en-US"/>
          </a:p>
        </p:txBody>
      </p:sp>
    </p:spTree>
    <p:extLst>
      <p:ext uri="{BB962C8B-B14F-4D97-AF65-F5344CB8AC3E}">
        <p14:creationId xmlns:p14="http://schemas.microsoft.com/office/powerpoint/2010/main" val="6707727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 name="Google Shape;33;p5: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34" name="Google Shape;34;p5: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2</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1: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 name="Google Shape;41;p1: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42" name="Google Shape;42;p1: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3</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p7: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 name="Google Shape;66;p7: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67" name="Google Shape;67;p7: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4</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8: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 name="Google Shape;73;p8: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74" name="Google Shape;74;p8: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5</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3e9888fc26a_0_5: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 name="Google Shape;81;g3e9888fc26a_0_5:notes"/>
          <p:cNvSpPr txBox="1">
            <a:spLocks noGrp="1"/>
          </p:cNvSpPr>
          <p:nvPr>
            <p:ph type="body" idx="1"/>
          </p:nvPr>
        </p:nvSpPr>
        <p:spPr>
          <a:xfrm>
            <a:off x="679768" y="4777194"/>
            <a:ext cx="5438100" cy="390870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82" name="Google Shape;82;g3e9888fc26a_0_5:notes"/>
          <p:cNvSpPr txBox="1">
            <a:spLocks noGrp="1"/>
          </p:cNvSpPr>
          <p:nvPr>
            <p:ph type="sldNum" idx="12"/>
          </p:nvPr>
        </p:nvSpPr>
        <p:spPr>
          <a:xfrm>
            <a:off x="3850443" y="9428584"/>
            <a:ext cx="2945700" cy="498000"/>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6</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p9:notes"/>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 name="Google Shape;90;p9:notes"/>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91" name="Google Shape;91;p9:notes"/>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7</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a:extLst>
            <a:ext uri="{FF2B5EF4-FFF2-40B4-BE49-F238E27FC236}">
              <a16:creationId xmlns:a16="http://schemas.microsoft.com/office/drawing/2014/main" id="{B67F8DE4-F627-9511-AEA7-744F9CA36EB9}"/>
            </a:ext>
          </a:extLst>
        </p:cNvPr>
        <p:cNvGrpSpPr/>
        <p:nvPr/>
      </p:nvGrpSpPr>
      <p:grpSpPr>
        <a:xfrm>
          <a:off x="0" y="0"/>
          <a:ext cx="0" cy="0"/>
          <a:chOff x="0" y="0"/>
          <a:chExt cx="0" cy="0"/>
        </a:xfrm>
      </p:grpSpPr>
      <p:sp>
        <p:nvSpPr>
          <p:cNvPr id="89" name="Google Shape;89;p9:notes">
            <a:extLst>
              <a:ext uri="{FF2B5EF4-FFF2-40B4-BE49-F238E27FC236}">
                <a16:creationId xmlns:a16="http://schemas.microsoft.com/office/drawing/2014/main" id="{7946EA13-8150-E25B-2C2C-C75570749571}"/>
              </a:ext>
            </a:extLst>
          </p:cNvPr>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 name="Google Shape;90;p9:notes">
            <a:extLst>
              <a:ext uri="{FF2B5EF4-FFF2-40B4-BE49-F238E27FC236}">
                <a16:creationId xmlns:a16="http://schemas.microsoft.com/office/drawing/2014/main" id="{ECB94B91-5FD3-5CEC-A1E0-0AE304E34D28}"/>
              </a:ext>
            </a:extLst>
          </p:cNvPr>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91" name="Google Shape;91;p9:notes">
            <a:extLst>
              <a:ext uri="{FF2B5EF4-FFF2-40B4-BE49-F238E27FC236}">
                <a16:creationId xmlns:a16="http://schemas.microsoft.com/office/drawing/2014/main" id="{D52A31AC-E0CC-66DF-5590-6678096C4C30}"/>
              </a:ext>
            </a:extLst>
          </p:cNvPr>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8</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11041342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a:extLst>
            <a:ext uri="{FF2B5EF4-FFF2-40B4-BE49-F238E27FC236}">
              <a16:creationId xmlns:a16="http://schemas.microsoft.com/office/drawing/2014/main" id="{5187A7F9-C6C6-EFF7-45DF-A636D97A0847}"/>
            </a:ext>
          </a:extLst>
        </p:cNvPr>
        <p:cNvGrpSpPr/>
        <p:nvPr/>
      </p:nvGrpSpPr>
      <p:grpSpPr>
        <a:xfrm>
          <a:off x="0" y="0"/>
          <a:ext cx="0" cy="0"/>
          <a:chOff x="0" y="0"/>
          <a:chExt cx="0" cy="0"/>
        </a:xfrm>
      </p:grpSpPr>
      <p:sp>
        <p:nvSpPr>
          <p:cNvPr id="89" name="Google Shape;89;p9:notes">
            <a:extLst>
              <a:ext uri="{FF2B5EF4-FFF2-40B4-BE49-F238E27FC236}">
                <a16:creationId xmlns:a16="http://schemas.microsoft.com/office/drawing/2014/main" id="{0B31C3D8-9A8A-3AC4-08B0-3201D7CA0069}"/>
              </a:ext>
            </a:extLst>
          </p:cNvPr>
          <p:cNvSpPr>
            <a:spLocks noGrp="1" noRot="1" noChangeAspect="1"/>
          </p:cNvSpPr>
          <p:nvPr>
            <p:ph type="sldImg" idx="2"/>
          </p:nvPr>
        </p:nvSpPr>
        <p:spPr>
          <a:xfrm>
            <a:off x="422275" y="1241425"/>
            <a:ext cx="5953125" cy="334962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 name="Google Shape;90;p9:notes">
            <a:extLst>
              <a:ext uri="{FF2B5EF4-FFF2-40B4-BE49-F238E27FC236}">
                <a16:creationId xmlns:a16="http://schemas.microsoft.com/office/drawing/2014/main" id="{66C3AD34-9A7A-BE37-C3F1-B06CA2EC764E}"/>
              </a:ext>
            </a:extLst>
          </p:cNvPr>
          <p:cNvSpPr txBox="1">
            <a:spLocks noGrp="1"/>
          </p:cNvSpPr>
          <p:nvPr>
            <p:ph type="body" idx="1"/>
          </p:nvPr>
        </p:nvSpPr>
        <p:spPr>
          <a:xfrm>
            <a:off x="679768" y="4777194"/>
            <a:ext cx="5438140" cy="3908614"/>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endParaRPr/>
          </a:p>
        </p:txBody>
      </p:sp>
      <p:sp>
        <p:nvSpPr>
          <p:cNvPr id="91" name="Google Shape;91;p9:notes">
            <a:extLst>
              <a:ext uri="{FF2B5EF4-FFF2-40B4-BE49-F238E27FC236}">
                <a16:creationId xmlns:a16="http://schemas.microsoft.com/office/drawing/2014/main" id="{AE308935-8FF3-5989-F44C-2C290B130F24}"/>
              </a:ext>
            </a:extLst>
          </p:cNvPr>
          <p:cNvSpPr txBox="1">
            <a:spLocks noGrp="1"/>
          </p:cNvSpPr>
          <p:nvPr>
            <p:ph type="sldNum" idx="12"/>
          </p:nvPr>
        </p:nvSpPr>
        <p:spPr>
          <a:xfrm>
            <a:off x="3850443" y="9428584"/>
            <a:ext cx="2945659" cy="498055"/>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fld id="{00000000-1234-1234-1234-123412341234}" type="slidenum">
              <a:rPr kumimoji="0" lang="en-US" altLang="zh-TW" sz="1200" b="0" i="0" u="none" strike="noStrike" kern="0" cap="none" spc="0" normalizeH="0" baseline="0" noProof="0">
                <a:ln>
                  <a:noFill/>
                </a:ln>
                <a:solidFill>
                  <a:srgbClr val="000000"/>
                </a:solidFill>
                <a:effectLst/>
                <a:uLnTx/>
                <a:uFillTx/>
                <a:latin typeface="Calibri"/>
                <a:ea typeface="Calibri"/>
                <a:cs typeface="Calibri"/>
                <a:sym typeface="Calibri"/>
              </a:rPr>
              <a:pPr marL="0" marR="0" lvl="0" indent="0" algn="r" defTabSz="914400" rtl="0" eaLnBrk="1" fontAlgn="auto" latinLnBrk="0" hangingPunct="1">
                <a:lnSpc>
                  <a:spcPct val="100000"/>
                </a:lnSpc>
                <a:spcBef>
                  <a:spcPts val="0"/>
                </a:spcBef>
                <a:spcAft>
                  <a:spcPts val="0"/>
                </a:spcAft>
                <a:buClr>
                  <a:srgbClr val="000000"/>
                </a:buClr>
                <a:buSzPts val="1200"/>
                <a:buFont typeface="Arial"/>
                <a:buNone/>
                <a:tabLst/>
                <a:defRPr/>
              </a:pPr>
              <a:t>9</a:t>
            </a:fld>
            <a:endParaRPr kumimoji="0" sz="12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extLst>
      <p:ext uri="{BB962C8B-B14F-4D97-AF65-F5344CB8AC3E}">
        <p14:creationId xmlns:p14="http://schemas.microsoft.com/office/powerpoint/2010/main" val="15374512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標題投影片">
    <p:spTree>
      <p:nvGrpSpPr>
        <p:cNvPr id="1" name=""/>
        <p:cNvGrpSpPr/>
        <p:nvPr/>
      </p:nvGrpSpPr>
      <p:grpSpPr>
        <a:xfrm>
          <a:off x="0" y="0"/>
          <a:ext cx="0" cy="0"/>
          <a:chOff x="0" y="0"/>
          <a:chExt cx="0" cy="0"/>
        </a:xfrm>
      </p:grpSpPr>
      <p:pic>
        <p:nvPicPr>
          <p:cNvPr id="3" name="圖片 2" descr="一張含有 符號, 圖形, 標誌, 字型 的圖片&#10;&#10;AI 產生的內容可能不正確。">
            <a:extLst>
              <a:ext uri="{FF2B5EF4-FFF2-40B4-BE49-F238E27FC236}">
                <a16:creationId xmlns:a16="http://schemas.microsoft.com/office/drawing/2014/main" id="{C6A699EE-8FDB-BF8A-D915-B400958561F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78932" y="307942"/>
            <a:ext cx="2350833" cy="562759"/>
          </a:xfrm>
          <a:prstGeom prst="rect">
            <a:avLst/>
          </a:prstGeom>
        </p:spPr>
      </p:pic>
      <p:grpSp>
        <p:nvGrpSpPr>
          <p:cNvPr id="5" name="McK Title Elements"/>
          <p:cNvGrpSpPr>
            <a:grpSpLocks/>
          </p:cNvGrpSpPr>
          <p:nvPr userDrawn="1"/>
        </p:nvGrpSpPr>
        <p:grpSpPr bwMode="auto">
          <a:xfrm>
            <a:off x="3591727" y="2183416"/>
            <a:ext cx="6840045" cy="4601696"/>
            <a:chOff x="1663" y="1348"/>
            <a:chExt cx="3167" cy="2841"/>
          </a:xfrm>
        </p:grpSpPr>
        <p:sp>
          <p:nvSpPr>
            <p:cNvPr id="6" name="McK Confidential" hidden="1"/>
            <p:cNvSpPr txBox="1">
              <a:spLocks noChangeArrowheads="1"/>
            </p:cNvSpPr>
            <p:nvPr userDrawn="1"/>
          </p:nvSpPr>
          <p:spPr bwMode="auto">
            <a:xfrm>
              <a:off x="1663" y="1348"/>
              <a:ext cx="936"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CONFIDENTIAL</a:t>
              </a:r>
            </a:p>
          </p:txBody>
        </p:sp>
        <p:sp>
          <p:nvSpPr>
            <p:cNvPr id="7" name="McK Document" hidden="1"/>
            <p:cNvSpPr txBox="1">
              <a:spLocks noChangeArrowheads="1"/>
            </p:cNvSpPr>
            <p:nvPr userDrawn="1"/>
          </p:nvSpPr>
          <p:spPr bwMode="auto">
            <a:xfrm>
              <a:off x="1663" y="3045"/>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Document</a:t>
              </a:r>
            </a:p>
          </p:txBody>
        </p:sp>
        <p:sp>
          <p:nvSpPr>
            <p:cNvPr id="8" name="McK Date" hidden="1"/>
            <p:cNvSpPr txBox="1">
              <a:spLocks noChangeArrowheads="1"/>
            </p:cNvSpPr>
            <p:nvPr userDrawn="1"/>
          </p:nvSpPr>
          <p:spPr bwMode="auto">
            <a:xfrm>
              <a:off x="1663" y="3216"/>
              <a:ext cx="3167" cy="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eaLnBrk="1" hangingPunct="1">
                <a:defRPr/>
              </a:pPr>
              <a:r>
                <a:rPr lang="en-US" altLang="zh-TW" sz="1428" b="0">
                  <a:ea typeface="新細明體" charset="-120"/>
                </a:rPr>
                <a:t>Date</a:t>
              </a:r>
            </a:p>
          </p:txBody>
        </p:sp>
        <p:sp>
          <p:nvSpPr>
            <p:cNvPr id="9" name="McK Disclaimer" hidden="1"/>
            <p:cNvSpPr>
              <a:spLocks noChangeArrowheads="1"/>
            </p:cNvSpPr>
            <p:nvPr userDrawn="1">
              <p:custDataLst>
                <p:tags r:id="rId1"/>
              </p:custDataLst>
            </p:nvPr>
          </p:nvSpPr>
          <p:spPr bwMode="auto">
            <a:xfrm>
              <a:off x="1663" y="3833"/>
              <a:ext cx="2303" cy="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804863" eaLnBrk="0" hangingPunct="0">
                <a:defRPr sz="4000" b="1">
                  <a:solidFill>
                    <a:schemeClr val="tx1"/>
                  </a:solidFill>
                  <a:latin typeface="Arial" charset="0"/>
                  <a:ea typeface="华文楷体" pitchFamily="2" charset="-122"/>
                </a:defRPr>
              </a:lvl1pPr>
              <a:lvl2pPr marL="742950" indent="-285750" defTabSz="804863" eaLnBrk="0" hangingPunct="0">
                <a:defRPr sz="4000" b="1">
                  <a:solidFill>
                    <a:schemeClr val="tx1"/>
                  </a:solidFill>
                  <a:latin typeface="Arial" charset="0"/>
                  <a:ea typeface="华文楷体" pitchFamily="2" charset="-122"/>
                </a:defRPr>
              </a:lvl2pPr>
              <a:lvl3pPr marL="1143000" indent="-228600" defTabSz="804863" eaLnBrk="0" hangingPunct="0">
                <a:defRPr sz="4000" b="1">
                  <a:solidFill>
                    <a:schemeClr val="tx1"/>
                  </a:solidFill>
                  <a:latin typeface="Arial" charset="0"/>
                  <a:ea typeface="华文楷体" pitchFamily="2" charset="-122"/>
                </a:defRPr>
              </a:lvl3pPr>
              <a:lvl4pPr marL="1600200" indent="-228600" defTabSz="804863" eaLnBrk="0" hangingPunct="0">
                <a:defRPr sz="4000" b="1">
                  <a:solidFill>
                    <a:schemeClr val="tx1"/>
                  </a:solidFill>
                  <a:latin typeface="Arial" charset="0"/>
                  <a:ea typeface="华文楷体" pitchFamily="2" charset="-122"/>
                </a:defRPr>
              </a:lvl4pPr>
              <a:lvl5pPr marL="2057400" indent="-228600" defTabSz="804863" eaLnBrk="0" hangingPunct="0">
                <a:defRPr sz="4000" b="1">
                  <a:solidFill>
                    <a:schemeClr val="tx1"/>
                  </a:solidFill>
                  <a:latin typeface="Arial" charset="0"/>
                  <a:ea typeface="华文楷体" pitchFamily="2" charset="-122"/>
                </a:defRPr>
              </a:lvl5pPr>
              <a:lvl6pPr marL="2514600" indent="-228600" defTabSz="804863"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defTabSz="804863"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defTabSz="804863"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defTabSz="804863" eaLnBrk="0" fontAlgn="base" hangingPunct="0">
                <a:spcBef>
                  <a:spcPct val="0"/>
                </a:spcBef>
                <a:spcAft>
                  <a:spcPct val="0"/>
                </a:spcAft>
                <a:defRPr sz="4000" b="1">
                  <a:solidFill>
                    <a:schemeClr val="tx1"/>
                  </a:solidFill>
                  <a:latin typeface="Arial" charset="0"/>
                  <a:ea typeface="华文楷体" pitchFamily="2" charset="-122"/>
                </a:defRPr>
              </a:lvl9pPr>
            </a:lstStyle>
            <a:p>
              <a:pPr>
                <a:defRPr/>
              </a:pPr>
              <a:r>
                <a:rPr lang="en-US" altLang="zh-TW" sz="918" b="0">
                  <a:ea typeface="新細明體" charset="-120"/>
                </a:rPr>
                <a:t>This report is solely for the use of client personnel.  No part of it may be circulated, quoted, or reproduced for distribution outside the client organization without prior written approval from McKinsey &amp; Company. This material was used by McKinsey &amp; Company during an oral presentation; it is not a complete record of the discussion.</a:t>
              </a:r>
            </a:p>
          </p:txBody>
        </p:sp>
      </p:grpSp>
      <p:sp>
        <p:nvSpPr>
          <p:cNvPr id="10" name="Line 197"/>
          <p:cNvSpPr>
            <a:spLocks noChangeShapeType="1"/>
          </p:cNvSpPr>
          <p:nvPr userDrawn="1"/>
        </p:nvSpPr>
        <p:spPr bwMode="auto">
          <a:xfrm>
            <a:off x="1133890" y="3030543"/>
            <a:ext cx="10030052" cy="0"/>
          </a:xfrm>
          <a:prstGeom prst="line">
            <a:avLst/>
          </a:prstGeom>
          <a:noFill/>
          <a:ln w="15875">
            <a:solidFill>
              <a:srgbClr val="FF0000"/>
            </a:solidFill>
            <a:round/>
            <a:headEnd/>
            <a:tailEnd/>
          </a:ln>
          <a:extLst>
            <a:ext uri="{909E8E84-426E-40DD-AFC4-6F175D3DCCD1}">
              <a14:hiddenFill xmlns:a14="http://schemas.microsoft.com/office/drawing/2010/main">
                <a:noFill/>
              </a14:hiddenFill>
            </a:ext>
          </a:extLst>
        </p:spPr>
        <p:txBody>
          <a:bodyPr/>
          <a:lstStyle/>
          <a:p>
            <a:endParaRPr lang="zh-TW" altLang="en-US" sz="4081">
              <a:latin typeface="微軟正黑體" panose="020B0604030504040204" pitchFamily="34" charset="-120"/>
              <a:ea typeface="微軟正黑體" panose="020B0604030504040204" pitchFamily="34" charset="-120"/>
            </a:endParaRPr>
          </a:p>
        </p:txBody>
      </p:sp>
      <p:sp>
        <p:nvSpPr>
          <p:cNvPr id="15" name="標題 1"/>
          <p:cNvSpPr>
            <a:spLocks noGrp="1"/>
          </p:cNvSpPr>
          <p:nvPr>
            <p:ph type="title"/>
          </p:nvPr>
        </p:nvSpPr>
        <p:spPr>
          <a:xfrm>
            <a:off x="2122181" y="2304993"/>
            <a:ext cx="8159422" cy="717546"/>
          </a:xfrm>
          <a:prstGeom prst="rect">
            <a:avLst/>
          </a:prstGeom>
        </p:spPr>
        <p:txBody>
          <a:bodyPr anchor="ctr"/>
          <a:lstStyle>
            <a:lvl1pPr algn="ctr">
              <a:defRPr sz="3673">
                <a:solidFill>
                  <a:schemeClr val="tx1"/>
                </a:solidFill>
                <a:latin typeface="微軟正黑體" panose="020B0604030504040204" pitchFamily="34" charset="-120"/>
                <a:ea typeface="微軟正黑體" panose="020B0604030504040204" pitchFamily="34" charset="-120"/>
              </a:defRPr>
            </a:lvl1pPr>
          </a:lstStyle>
          <a:p>
            <a:r>
              <a:rPr lang="zh-TW" altLang="en-US" dirty="0"/>
              <a:t>按一下以編輯母片標題樣式</a:t>
            </a:r>
          </a:p>
        </p:txBody>
      </p:sp>
      <p:sp>
        <p:nvSpPr>
          <p:cNvPr id="19" name="文字版面配置區 3"/>
          <p:cNvSpPr>
            <a:spLocks noGrp="1"/>
          </p:cNvSpPr>
          <p:nvPr>
            <p:ph type="body" sz="half" idx="2"/>
          </p:nvPr>
        </p:nvSpPr>
        <p:spPr>
          <a:xfrm>
            <a:off x="3128389" y="4489744"/>
            <a:ext cx="6502357" cy="559288"/>
          </a:xfrm>
          <a:prstGeom prst="rect">
            <a:avLst/>
          </a:prstGeom>
        </p:spPr>
        <p:txBody>
          <a:bodyPr anchor="ctr"/>
          <a:lstStyle>
            <a:lvl1pPr marL="0" indent="0" algn="ctr">
              <a:buNone/>
              <a:defRPr sz="2857"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20" name="文字版面配置區 3"/>
          <p:cNvSpPr>
            <a:spLocks noGrp="1"/>
          </p:cNvSpPr>
          <p:nvPr>
            <p:ph type="body" sz="half" idx="10"/>
          </p:nvPr>
        </p:nvSpPr>
        <p:spPr>
          <a:xfrm>
            <a:off x="3786999" y="5584121"/>
            <a:ext cx="5122507" cy="414941"/>
          </a:xfrm>
          <a:prstGeom prst="rect">
            <a:avLst/>
          </a:prstGeom>
        </p:spPr>
        <p:txBody>
          <a:bodyPr anchor="ctr"/>
          <a:lstStyle>
            <a:lvl1pPr marL="0" indent="0" algn="ctr">
              <a:buNone/>
              <a:defRPr sz="1632" b="1">
                <a:latin typeface="微軟正黑體" panose="020B0604030504040204" pitchFamily="34" charset="-120"/>
                <a:ea typeface="微軟正黑體" panose="020B0604030504040204" pitchFamily="34" charset="-120"/>
              </a:defRPr>
            </a:lvl1pPr>
            <a:lvl2pPr marL="466481" indent="0">
              <a:buNone/>
              <a:defRPr sz="1224"/>
            </a:lvl2pPr>
            <a:lvl3pPr marL="932962" indent="0">
              <a:buNone/>
              <a:defRPr sz="1020"/>
            </a:lvl3pPr>
            <a:lvl4pPr marL="1399443" indent="0">
              <a:buNone/>
              <a:defRPr sz="918"/>
            </a:lvl4pPr>
            <a:lvl5pPr marL="1865925" indent="0">
              <a:buNone/>
              <a:defRPr sz="918"/>
            </a:lvl5pPr>
            <a:lvl6pPr marL="2332406" indent="0">
              <a:buNone/>
              <a:defRPr sz="918"/>
            </a:lvl6pPr>
            <a:lvl7pPr marL="2798887" indent="0">
              <a:buNone/>
              <a:defRPr sz="918"/>
            </a:lvl7pPr>
            <a:lvl8pPr marL="3265368" indent="0">
              <a:buNone/>
              <a:defRPr sz="918"/>
            </a:lvl8pPr>
            <a:lvl9pPr marL="3731849" indent="0">
              <a:buNone/>
              <a:defRPr sz="918"/>
            </a:lvl9pPr>
          </a:lstStyle>
          <a:p>
            <a:pPr lvl="0"/>
            <a:r>
              <a:rPr lang="zh-TW" altLang="en-US"/>
              <a:t>按一下以編輯母片文字樣式</a:t>
            </a:r>
          </a:p>
        </p:txBody>
      </p:sp>
      <p:sp>
        <p:nvSpPr>
          <p:cNvPr id="13" name="矩形 9">
            <a:extLst>
              <a:ext uri="{FF2B5EF4-FFF2-40B4-BE49-F238E27FC236}">
                <a16:creationId xmlns:a16="http://schemas.microsoft.com/office/drawing/2014/main" id="{6FDD3136-7EFB-4718-9F66-8669A6D38D54}"/>
              </a:ext>
            </a:extLst>
          </p:cNvPr>
          <p:cNvSpPr>
            <a:spLocks noChangeArrowheads="1"/>
          </p:cNvSpPr>
          <p:nvPr userDrawn="1"/>
        </p:nvSpPr>
        <p:spPr bwMode="auto">
          <a:xfrm>
            <a:off x="17280" y="6547456"/>
            <a:ext cx="531308" cy="2281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spAutoFit/>
          </a:bodyPr>
          <a:lstStyle>
            <a:lvl1pPr eaLnBrk="0" hangingPunct="0">
              <a:defRPr sz="4000" b="1">
                <a:solidFill>
                  <a:schemeClr val="tx1"/>
                </a:solidFill>
                <a:latin typeface="Arial" charset="0"/>
                <a:ea typeface="华文楷体" pitchFamily="2" charset="-122"/>
              </a:defRPr>
            </a:lvl1pPr>
            <a:lvl2pPr marL="742950" indent="-285750" eaLnBrk="0" hangingPunct="0">
              <a:defRPr sz="4000" b="1">
                <a:solidFill>
                  <a:schemeClr val="tx1"/>
                </a:solidFill>
                <a:latin typeface="Arial" charset="0"/>
                <a:ea typeface="华文楷体" pitchFamily="2" charset="-122"/>
              </a:defRPr>
            </a:lvl2pPr>
            <a:lvl3pPr marL="1143000" indent="-228600" eaLnBrk="0" hangingPunct="0">
              <a:defRPr sz="4000" b="1">
                <a:solidFill>
                  <a:schemeClr val="tx1"/>
                </a:solidFill>
                <a:latin typeface="Arial" charset="0"/>
                <a:ea typeface="华文楷体" pitchFamily="2" charset="-122"/>
              </a:defRPr>
            </a:lvl3pPr>
            <a:lvl4pPr marL="1600200" indent="-228600" eaLnBrk="0" hangingPunct="0">
              <a:defRPr sz="4000" b="1">
                <a:solidFill>
                  <a:schemeClr val="tx1"/>
                </a:solidFill>
                <a:latin typeface="Arial" charset="0"/>
                <a:ea typeface="华文楷体" pitchFamily="2" charset="-122"/>
              </a:defRPr>
            </a:lvl4pPr>
            <a:lvl5pPr marL="2057400" indent="-228600" eaLnBrk="0" hangingPunct="0">
              <a:defRPr sz="4000" b="1">
                <a:solidFill>
                  <a:schemeClr val="tx1"/>
                </a:solidFill>
                <a:latin typeface="Arial" charset="0"/>
                <a:ea typeface="华文楷体" pitchFamily="2" charset="-122"/>
              </a:defRPr>
            </a:lvl5pPr>
            <a:lvl6pPr marL="2514600" indent="-228600" eaLnBrk="0" fontAlgn="base" hangingPunct="0">
              <a:spcBef>
                <a:spcPct val="0"/>
              </a:spcBef>
              <a:spcAft>
                <a:spcPct val="0"/>
              </a:spcAft>
              <a:defRPr sz="4000" b="1">
                <a:solidFill>
                  <a:schemeClr val="tx1"/>
                </a:solidFill>
                <a:latin typeface="Arial" charset="0"/>
                <a:ea typeface="华文楷体" pitchFamily="2" charset="-122"/>
              </a:defRPr>
            </a:lvl6pPr>
            <a:lvl7pPr marL="2971800" indent="-228600" eaLnBrk="0" fontAlgn="base" hangingPunct="0">
              <a:spcBef>
                <a:spcPct val="0"/>
              </a:spcBef>
              <a:spcAft>
                <a:spcPct val="0"/>
              </a:spcAft>
              <a:defRPr sz="4000" b="1">
                <a:solidFill>
                  <a:schemeClr val="tx1"/>
                </a:solidFill>
                <a:latin typeface="Arial" charset="0"/>
                <a:ea typeface="华文楷体" pitchFamily="2" charset="-122"/>
              </a:defRPr>
            </a:lvl7pPr>
            <a:lvl8pPr marL="3429000" indent="-228600" eaLnBrk="0" fontAlgn="base" hangingPunct="0">
              <a:spcBef>
                <a:spcPct val="0"/>
              </a:spcBef>
              <a:spcAft>
                <a:spcPct val="0"/>
              </a:spcAft>
              <a:defRPr sz="4000" b="1">
                <a:solidFill>
                  <a:schemeClr val="tx1"/>
                </a:solidFill>
                <a:latin typeface="Arial" charset="0"/>
                <a:ea typeface="华文楷体" pitchFamily="2" charset="-122"/>
              </a:defRPr>
            </a:lvl8pPr>
            <a:lvl9pPr marL="3886200" indent="-228600" eaLnBrk="0" fontAlgn="base" hangingPunct="0">
              <a:spcBef>
                <a:spcPct val="0"/>
              </a:spcBef>
              <a:spcAft>
                <a:spcPct val="0"/>
              </a:spcAft>
              <a:defRPr sz="4000" b="1">
                <a:solidFill>
                  <a:schemeClr val="tx1"/>
                </a:solidFill>
                <a:latin typeface="Arial" charset="0"/>
                <a:ea typeface="华文楷体" pitchFamily="2" charset="-122"/>
              </a:defRPr>
            </a:lvl9pPr>
          </a:lstStyle>
          <a:p>
            <a:pPr algn="ctr" eaLnBrk="1" hangingPunct="1">
              <a:lnSpc>
                <a:spcPts val="1020"/>
              </a:lnSpc>
              <a:defRPr/>
            </a:pPr>
            <a:fld id="{B24A712F-B284-4871-8CF9-DC6E056DBACF}" type="slidenum">
              <a:rPr lang="en-US" altLang="zh-TW" sz="1224" b="0" smtClean="0">
                <a:ea typeface="微軟正黑體" pitchFamily="34" charset="-120"/>
              </a:rPr>
              <a:pPr algn="ctr" eaLnBrk="1" hangingPunct="1">
                <a:lnSpc>
                  <a:spcPts val="1020"/>
                </a:lnSpc>
                <a:defRPr/>
              </a:pPr>
              <a:t>‹#›</a:t>
            </a:fld>
            <a:endParaRPr lang="en-US" altLang="zh-TW" sz="1224" b="0" dirty="0">
              <a:ea typeface="微軟正黑體" pitchFamily="34" charset="-120"/>
            </a:endParaRPr>
          </a:p>
        </p:txBody>
      </p:sp>
    </p:spTree>
    <p:extLst>
      <p:ext uri="{BB962C8B-B14F-4D97-AF65-F5344CB8AC3E}">
        <p14:creationId xmlns:p14="http://schemas.microsoft.com/office/powerpoint/2010/main" val="140888183"/>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標題及物件">
  <p:cSld name="標題及物件">
    <p:spTree>
      <p:nvGrpSpPr>
        <p:cNvPr id="1" name="Shape 14"/>
        <p:cNvGrpSpPr/>
        <p:nvPr/>
      </p:nvGrpSpPr>
      <p:grpSpPr>
        <a:xfrm>
          <a:off x="0" y="0"/>
          <a:ext cx="0" cy="0"/>
          <a:chOff x="0" y="0"/>
          <a:chExt cx="0" cy="0"/>
        </a:xfrm>
      </p:grpSpPr>
      <p:sp>
        <p:nvSpPr>
          <p:cNvPr id="15" name="Google Shape;15;p13"/>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265"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16" name="Google Shape;16;p13"/>
          <p:cNvSpPr txBox="1">
            <a:spLocks noGrp="1"/>
          </p:cNvSpPr>
          <p:nvPr>
            <p:ph type="body" idx="1"/>
          </p:nvPr>
        </p:nvSpPr>
        <p:spPr>
          <a:xfrm>
            <a:off x="406040" y="907057"/>
            <a:ext cx="11336724" cy="54747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2449" b="0" i="0" u="none" strike="noStrike" cap="none">
                <a:solidFill>
                  <a:srgbClr val="000000"/>
                </a:solidFill>
                <a:latin typeface="Microsoft JhengHei"/>
                <a:ea typeface="Microsoft JhengHei"/>
                <a:cs typeface="Microsoft JhengHei"/>
                <a:sym typeface="Microsoft JhengHei"/>
              </a:defRPr>
            </a:lvl1pPr>
            <a:lvl2pPr marL="914400" marR="0" lvl="1" indent="-358204" algn="l" rtl="0">
              <a:lnSpc>
                <a:spcPct val="100000"/>
              </a:lnSpc>
              <a:spcBef>
                <a:spcPts val="612"/>
              </a:spcBef>
              <a:spcAft>
                <a:spcPts val="0"/>
              </a:spcAft>
              <a:buClr>
                <a:srgbClr val="000000"/>
              </a:buClr>
              <a:buSzPts val="2041"/>
              <a:buFont typeface="Noto Sans Symbols"/>
              <a:buChar char="■"/>
              <a:defRPr sz="2041" b="0" i="0" u="none" strike="noStrike" cap="none">
                <a:solidFill>
                  <a:srgbClr val="000000"/>
                </a:solidFill>
                <a:latin typeface="Microsoft JhengHei"/>
                <a:ea typeface="Microsoft JhengHei"/>
                <a:cs typeface="Microsoft JhengHei"/>
                <a:sym typeface="Microsoft JhengHei"/>
              </a:defRPr>
            </a:lvl2pPr>
            <a:lvl3pPr marL="1371600" marR="0" lvl="2" indent="-345249" algn="l" rtl="0">
              <a:lnSpc>
                <a:spcPct val="100000"/>
              </a:lnSpc>
              <a:spcBef>
                <a:spcPts val="612"/>
              </a:spcBef>
              <a:spcAft>
                <a:spcPts val="0"/>
              </a:spcAft>
              <a:buClr>
                <a:srgbClr val="000000"/>
              </a:buClr>
              <a:buSzPts val="1837"/>
              <a:buFont typeface="Noto Sans Symbols"/>
              <a:buChar char="●"/>
              <a:defRPr sz="1837" b="0" i="0" u="none" strike="noStrike" cap="none">
                <a:solidFill>
                  <a:srgbClr val="000000"/>
                </a:solidFill>
                <a:latin typeface="Microsoft JhengHei"/>
                <a:ea typeface="Microsoft JhengHei"/>
                <a:cs typeface="Microsoft JhengHei"/>
                <a:sym typeface="Microsoft JhengHei"/>
              </a:defRPr>
            </a:lvl3pPr>
            <a:lvl4pPr marL="1828800" marR="0" lvl="3" indent="-332232" algn="l" rtl="0">
              <a:lnSpc>
                <a:spcPct val="100000"/>
              </a:lnSpc>
              <a:spcBef>
                <a:spcPts val="612"/>
              </a:spcBef>
              <a:spcAft>
                <a:spcPts val="0"/>
              </a:spcAft>
              <a:buClr>
                <a:srgbClr val="000000"/>
              </a:buClr>
              <a:buSzPts val="1632"/>
              <a:buFont typeface="Noto Sans Symbols"/>
              <a:buChar char="◆"/>
              <a:defRPr sz="1632" b="0" i="0" u="none" strike="noStrike" cap="none">
                <a:solidFill>
                  <a:srgbClr val="000000"/>
                </a:solidFill>
                <a:latin typeface="Microsoft JhengHei"/>
                <a:ea typeface="Microsoft JhengHei"/>
                <a:cs typeface="Microsoft JhengHei"/>
                <a:sym typeface="Microsoft JhengHei"/>
              </a:defRPr>
            </a:lvl4pPr>
            <a:lvl5pPr marL="2286000" marR="0" lvl="4" indent="-319278" algn="l" rtl="0">
              <a:lnSpc>
                <a:spcPct val="100000"/>
              </a:lnSpc>
              <a:spcBef>
                <a:spcPts val="612"/>
              </a:spcBef>
              <a:spcAft>
                <a:spcPts val="0"/>
              </a:spcAft>
              <a:buClr>
                <a:srgbClr val="000000"/>
              </a:buClr>
              <a:buSzPts val="1428"/>
              <a:buFont typeface="Arial"/>
              <a:buChar char="•"/>
              <a:defRPr sz="1428" b="0" i="0" u="none" strike="noStrike" cap="none">
                <a:solidFill>
                  <a:srgbClr val="000000"/>
                </a:solidFill>
                <a:latin typeface="Microsoft JhengHei"/>
                <a:ea typeface="Microsoft JhengHei"/>
                <a:cs typeface="Microsoft JhengHei"/>
                <a:sym typeface="Microsoft JhengHei"/>
              </a:defRPr>
            </a:lvl5pPr>
            <a:lvl6pPr marL="2743200" marR="0" lvl="5" indent="-228600" algn="l" rtl="0">
              <a:lnSpc>
                <a:spcPct val="100000"/>
              </a:lnSpc>
              <a:spcBef>
                <a:spcPts val="612"/>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36349942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標題投影片">
  <p:cSld name="標題投影片">
    <p:spTree>
      <p:nvGrpSpPr>
        <p:cNvPr id="1" name="Shape 17"/>
        <p:cNvGrpSpPr/>
        <p:nvPr/>
      </p:nvGrpSpPr>
      <p:grpSpPr>
        <a:xfrm>
          <a:off x="0" y="0"/>
          <a:ext cx="0" cy="0"/>
          <a:chOff x="0" y="0"/>
          <a:chExt cx="0" cy="0"/>
        </a:xfrm>
      </p:grpSpPr>
      <p:pic>
        <p:nvPicPr>
          <p:cNvPr id="18" name="Google Shape;18;p12" descr="一張含有 符號, 圖形, 標誌, 字型 的圖片&#10;&#10;AI 產生的內容可能不正確。"/>
          <p:cNvPicPr preferRelativeResize="0"/>
          <p:nvPr/>
        </p:nvPicPr>
        <p:blipFill rotWithShape="1">
          <a:blip r:embed="rId2">
            <a:alphaModFix/>
          </a:blip>
          <a:srcRect/>
          <a:stretch/>
        </p:blipFill>
        <p:spPr>
          <a:xfrm>
            <a:off x="478932" y="307942"/>
            <a:ext cx="2350833" cy="562759"/>
          </a:xfrm>
          <a:prstGeom prst="rect">
            <a:avLst/>
          </a:prstGeom>
          <a:noFill/>
          <a:ln>
            <a:noFill/>
          </a:ln>
        </p:spPr>
      </p:pic>
      <p:cxnSp>
        <p:nvCxnSpPr>
          <p:cNvPr id="19" name="Google Shape;19;p12"/>
          <p:cNvCxnSpPr/>
          <p:nvPr/>
        </p:nvCxnSpPr>
        <p:spPr>
          <a:xfrm>
            <a:off x="1133890" y="3030543"/>
            <a:ext cx="10030052" cy="0"/>
          </a:xfrm>
          <a:prstGeom prst="straightConnector1">
            <a:avLst/>
          </a:prstGeom>
          <a:noFill/>
          <a:ln w="15875" cap="flat" cmpd="sng">
            <a:solidFill>
              <a:srgbClr val="FF0000"/>
            </a:solidFill>
            <a:prstDash val="solid"/>
            <a:round/>
            <a:headEnd type="none" w="sm" len="sm"/>
            <a:tailEnd type="none" w="sm" len="sm"/>
          </a:ln>
        </p:spPr>
      </p:cxnSp>
      <p:sp>
        <p:nvSpPr>
          <p:cNvPr id="20" name="Google Shape;20;p12"/>
          <p:cNvSpPr txBox="1">
            <a:spLocks noGrp="1"/>
          </p:cNvSpPr>
          <p:nvPr>
            <p:ph type="title"/>
          </p:nvPr>
        </p:nvSpPr>
        <p:spPr>
          <a:xfrm>
            <a:off x="2122181" y="2304993"/>
            <a:ext cx="8159422" cy="717546"/>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673" b="0" i="0" u="none" strike="noStrike" cap="none">
                <a:solidFill>
                  <a:schemeClr val="dk1"/>
                </a:solidFill>
                <a:latin typeface="Microsoft JhengHei"/>
                <a:ea typeface="Microsoft JhengHei"/>
                <a:cs typeface="Microsoft JhengHei"/>
                <a:sym typeface="Microsoft JhengHe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1" name="Google Shape;21;p12"/>
          <p:cNvSpPr txBox="1">
            <a:spLocks noGrp="1"/>
          </p:cNvSpPr>
          <p:nvPr>
            <p:ph type="body" idx="1"/>
          </p:nvPr>
        </p:nvSpPr>
        <p:spPr>
          <a:xfrm>
            <a:off x="3128389" y="4489744"/>
            <a:ext cx="6502357" cy="55928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2857"/>
              <a:buFont typeface="Arial"/>
              <a:buNone/>
              <a:defRPr sz="2857"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2" name="Google Shape;22;p12"/>
          <p:cNvSpPr txBox="1">
            <a:spLocks noGrp="1"/>
          </p:cNvSpPr>
          <p:nvPr>
            <p:ph type="body" idx="2"/>
          </p:nvPr>
        </p:nvSpPr>
        <p:spPr>
          <a:xfrm>
            <a:off x="3786999" y="5584121"/>
            <a:ext cx="5122507" cy="414941"/>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100000"/>
              </a:lnSpc>
              <a:spcBef>
                <a:spcPts val="0"/>
              </a:spcBef>
              <a:spcAft>
                <a:spcPts val="0"/>
              </a:spcAft>
              <a:buClr>
                <a:srgbClr val="000000"/>
              </a:buClr>
              <a:buSzPts val="1632"/>
              <a:buFont typeface="Arial"/>
              <a:buNone/>
              <a:defRPr sz="1632" b="1" i="0" u="none" strike="noStrike" cap="none">
                <a:solidFill>
                  <a:srgbClr val="000000"/>
                </a:solidFill>
                <a:latin typeface="Microsoft JhengHei"/>
                <a:ea typeface="Microsoft JhengHei"/>
                <a:cs typeface="Microsoft JhengHei"/>
                <a:sym typeface="Microsoft JhengHei"/>
              </a:defRPr>
            </a:lvl1pPr>
            <a:lvl2pPr marL="914400" marR="0" lvl="1" indent="-228600" algn="l" rtl="0">
              <a:lnSpc>
                <a:spcPct val="100000"/>
              </a:lnSpc>
              <a:spcBef>
                <a:spcPts val="0"/>
              </a:spcBef>
              <a:spcAft>
                <a:spcPts val="0"/>
              </a:spcAft>
              <a:buClr>
                <a:srgbClr val="000000"/>
              </a:buClr>
              <a:buSzPts val="1224"/>
              <a:buFont typeface="Arial"/>
              <a:buNone/>
              <a:defRPr sz="1224" b="0" i="0" u="none" strike="noStrike" cap="none">
                <a:solidFill>
                  <a:srgbClr val="000000"/>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020"/>
              <a:buFont typeface="Arial"/>
              <a:buNone/>
              <a:defRPr sz="1020" b="0" i="0" u="none" strike="noStrike" cap="none">
                <a:solidFill>
                  <a:srgbClr val="000000"/>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918"/>
              <a:buFont typeface="Arial"/>
              <a:buNone/>
              <a:defRPr sz="918" b="0" i="0" u="none" strike="noStrike" cap="none">
                <a:solidFill>
                  <a:srgbClr val="000000"/>
                </a:solidFill>
                <a:latin typeface="Arial"/>
                <a:ea typeface="Arial"/>
                <a:cs typeface="Arial"/>
                <a:sym typeface="Arial"/>
              </a:defRPr>
            </a:lvl9pPr>
          </a:lstStyle>
          <a:p>
            <a:endParaRPr/>
          </a:p>
        </p:txBody>
      </p:sp>
      <p:sp>
        <p:nvSpPr>
          <p:cNvPr id="23" name="Google Shape;23;p12"/>
          <p:cNvSpPr/>
          <p:nvPr/>
        </p:nvSpPr>
        <p:spPr>
          <a:xfrm>
            <a:off x="17280" y="6547456"/>
            <a:ext cx="531308" cy="228128"/>
          </a:xfrm>
          <a:prstGeom prst="rect">
            <a:avLst/>
          </a:prstGeom>
          <a:noFill/>
          <a:ln>
            <a:noFill/>
          </a:ln>
        </p:spPr>
        <p:txBody>
          <a:bodyPr spcFirstLastPara="1" wrap="square" lIns="91425" tIns="45700" rIns="91425" bIns="45700" anchor="b" anchorCtr="0">
            <a:sp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46840599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
          <p:cNvPicPr preferRelativeResize="0"/>
          <p:nvPr/>
        </p:nvPicPr>
        <p:blipFill rotWithShape="1">
          <a:blip r:embed="rId3" cstate="hqprint">
            <a:alphaModFix/>
            <a:extLst>
              <a:ext uri="{28A0092B-C50C-407E-A947-70E740481C1C}">
                <a14:useLocalDpi xmlns:a14="http://schemas.microsoft.com/office/drawing/2010/main"/>
              </a:ext>
            </a:extLst>
          </a:blip>
          <a:srcRect/>
          <a:stretch/>
        </p:blipFill>
        <p:spPr>
          <a:xfrm>
            <a:off x="164849" y="6269412"/>
            <a:ext cx="4663140" cy="746746"/>
          </a:xfrm>
          <a:prstGeom prst="rect">
            <a:avLst/>
          </a:prstGeom>
          <a:noFill/>
          <a:ln>
            <a:noFill/>
          </a:ln>
        </p:spPr>
      </p:pic>
      <p:cxnSp>
        <p:nvCxnSpPr>
          <p:cNvPr id="11" name="Google Shape;11;p1"/>
          <p:cNvCxnSpPr/>
          <p:nvPr/>
        </p:nvCxnSpPr>
        <p:spPr>
          <a:xfrm>
            <a:off x="311010" y="808253"/>
            <a:ext cx="11477110" cy="0"/>
          </a:xfrm>
          <a:prstGeom prst="straightConnector1">
            <a:avLst/>
          </a:prstGeom>
          <a:noFill/>
          <a:ln w="15875" cap="flat" cmpd="sng">
            <a:solidFill>
              <a:srgbClr val="FF0000"/>
            </a:solidFill>
            <a:prstDash val="solid"/>
            <a:round/>
            <a:headEnd type="none" w="med" len="med"/>
            <a:tailEnd type="none" w="med" len="med"/>
          </a:ln>
        </p:spPr>
      </p:cxnSp>
      <p:sp>
        <p:nvSpPr>
          <p:cNvPr id="12" name="Google Shape;12;p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
          <p:cNvPicPr preferRelativeResize="0"/>
          <p:nvPr/>
        </p:nvPicPr>
        <p:blipFill rotWithShape="1">
          <a:blip r:embed="rId4">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040504992"/>
      </p:ext>
    </p:extLst>
  </p:cSld>
  <p:clrMap bg1="lt1" tx1="dk1" bg2="dk2" tx2="lt2" accent1="accent1" accent2="accent2" accent3="accent3" accent4="accent4" accent5="accent5" accent6="accent6" hlink="hlink" folHlink="folHlink"/>
  <p:sldLayoutIdLst>
    <p:sldLayoutId id="2147483674"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pic>
        <p:nvPicPr>
          <p:cNvPr id="10" name="Google Shape;10;p11"/>
          <p:cNvPicPr preferRelativeResize="0"/>
          <p:nvPr/>
        </p:nvPicPr>
        <p:blipFill rotWithShape="1">
          <a:blip r:embed="rId4">
            <a:alphaModFix/>
          </a:blip>
          <a:srcRect/>
          <a:stretch/>
        </p:blipFill>
        <p:spPr>
          <a:xfrm>
            <a:off x="164849" y="6269412"/>
            <a:ext cx="4663140" cy="746746"/>
          </a:xfrm>
          <a:prstGeom prst="rect">
            <a:avLst/>
          </a:prstGeom>
          <a:noFill/>
          <a:ln>
            <a:noFill/>
          </a:ln>
        </p:spPr>
      </p:pic>
      <p:cxnSp>
        <p:nvCxnSpPr>
          <p:cNvPr id="11" name="Google Shape;11;p11"/>
          <p:cNvCxnSpPr/>
          <p:nvPr/>
        </p:nvCxnSpPr>
        <p:spPr>
          <a:xfrm>
            <a:off x="311010" y="808253"/>
            <a:ext cx="11477110" cy="0"/>
          </a:xfrm>
          <a:prstGeom prst="straightConnector1">
            <a:avLst/>
          </a:prstGeom>
          <a:noFill/>
          <a:ln w="15875" cap="flat" cmpd="sng">
            <a:solidFill>
              <a:srgbClr val="FF0000"/>
            </a:solidFill>
            <a:prstDash val="solid"/>
            <a:round/>
            <a:headEnd type="none" w="sm" len="sm"/>
            <a:tailEnd type="none" w="sm" len="sm"/>
          </a:ln>
        </p:spPr>
      </p:cxnSp>
      <p:sp>
        <p:nvSpPr>
          <p:cNvPr id="12" name="Google Shape;12;p11"/>
          <p:cNvSpPr/>
          <p:nvPr/>
        </p:nvSpPr>
        <p:spPr>
          <a:xfrm>
            <a:off x="17280" y="6558432"/>
            <a:ext cx="531308" cy="228128"/>
          </a:xfrm>
          <a:prstGeom prst="rect">
            <a:avLst/>
          </a:prstGeom>
          <a:noFill/>
          <a:ln>
            <a:noFill/>
          </a:ln>
        </p:spPr>
        <p:txBody>
          <a:bodyPr spcFirstLastPara="1" wrap="square" lIns="91425" tIns="45700" rIns="91425" bIns="45700" anchor="b" anchorCtr="0">
            <a:noAutofit/>
          </a:bodyPr>
          <a:lstStyle/>
          <a:p>
            <a:pPr marL="0" marR="0" lvl="0" indent="0" algn="ctr" rtl="0">
              <a:lnSpc>
                <a:spcPct val="83333"/>
              </a:lnSpc>
              <a:spcBef>
                <a:spcPts val="0"/>
              </a:spcBef>
              <a:spcAft>
                <a:spcPts val="0"/>
              </a:spcAft>
              <a:buClr>
                <a:srgbClr val="000000"/>
              </a:buClr>
              <a:buSzPts val="1224"/>
              <a:buFont typeface="Arial"/>
              <a:buNone/>
            </a:pPr>
            <a:fld id="{00000000-1234-1234-1234-123412341234}" type="slidenum">
              <a:rPr lang="zh-TW" sz="1224" b="0" i="0" u="none" strike="noStrike" cap="none">
                <a:solidFill>
                  <a:schemeClr val="dk1"/>
                </a:solidFill>
                <a:latin typeface="Arial"/>
                <a:ea typeface="Arial"/>
                <a:cs typeface="Arial"/>
                <a:sym typeface="Arial"/>
              </a:rPr>
              <a:t>‹#›</a:t>
            </a:fld>
            <a:endParaRPr sz="1224" b="0" i="0" u="none" strike="noStrike" cap="none">
              <a:solidFill>
                <a:schemeClr val="dk1"/>
              </a:solidFill>
              <a:latin typeface="Arial"/>
              <a:ea typeface="Arial"/>
              <a:cs typeface="Arial"/>
              <a:sym typeface="Arial"/>
            </a:endParaRPr>
          </a:p>
        </p:txBody>
      </p:sp>
      <p:pic>
        <p:nvPicPr>
          <p:cNvPr id="13" name="Google Shape;13;p11"/>
          <p:cNvPicPr preferRelativeResize="0"/>
          <p:nvPr/>
        </p:nvPicPr>
        <p:blipFill rotWithShape="1">
          <a:blip r:embed="rId5">
            <a:alphaModFix/>
          </a:blip>
          <a:srcRect/>
          <a:stretch/>
        </p:blipFill>
        <p:spPr>
          <a:xfrm>
            <a:off x="8890815" y="6477757"/>
            <a:ext cx="2886773" cy="297514"/>
          </a:xfrm>
          <a:prstGeom prst="rect">
            <a:avLst/>
          </a:prstGeom>
          <a:noFill/>
          <a:ln>
            <a:noFill/>
          </a:ln>
        </p:spPr>
      </p:pic>
    </p:spTree>
    <p:extLst>
      <p:ext uri="{BB962C8B-B14F-4D97-AF65-F5344CB8AC3E}">
        <p14:creationId xmlns:p14="http://schemas.microsoft.com/office/powerpoint/2010/main" val="1320124890"/>
      </p:ext>
    </p:extLst>
  </p:cSld>
  <p:clrMap bg1="lt1" tx1="dk1" bg2="dk2" tx2="lt2" accent1="accent1" accent2="accent2" accent3="accent3" accent4="accent4" accent5="accent5" accent6="accent6" hlink="hlink" folHlink="folHlink"/>
  <p:sldLayoutIdLst>
    <p:sldLayoutId id="2147483676" r:id="rId1"/>
    <p:sldLayoutId id="2147483677"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F81EE-681C-A219-6BBD-BB56E5AD94F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60E1690E-F553-7D05-B880-0F46C2604996}"/>
              </a:ext>
            </a:extLst>
          </p:cNvPr>
          <p:cNvSpPr>
            <a:spLocks noGrp="1"/>
          </p:cNvSpPr>
          <p:nvPr>
            <p:ph type="title"/>
          </p:nvPr>
        </p:nvSpPr>
        <p:spPr>
          <a:xfrm>
            <a:off x="2040841" y="2345393"/>
            <a:ext cx="8110319" cy="677053"/>
          </a:xfrm>
        </p:spPr>
        <p:txBody>
          <a:bodyPr/>
          <a:lstStyle/>
          <a:p>
            <a:pPr>
              <a:defRPr/>
            </a:pPr>
            <a:r>
              <a:rPr lang="zh-TW" altLang="en-US" sz="4000" b="1" dirty="0">
                <a:latin typeface="Microsoft JhengHei"/>
                <a:ea typeface="Microsoft JhengHei"/>
              </a:rPr>
              <a:t>智能專案經理 </a:t>
            </a:r>
            <a:r>
              <a:rPr lang="en-US" altLang="zh-TW" sz="4000" b="1" dirty="0">
                <a:latin typeface="Microsoft JhengHei"/>
                <a:ea typeface="Microsoft JhengHei"/>
              </a:rPr>
              <a:t>AI</a:t>
            </a:r>
            <a:r>
              <a:rPr lang="zh-TW" altLang="en-US" sz="4000" b="1" dirty="0">
                <a:latin typeface="Microsoft JhengHei"/>
                <a:ea typeface="Microsoft JhengHei"/>
              </a:rPr>
              <a:t> </a:t>
            </a:r>
            <a:r>
              <a:rPr lang="en-US" altLang="zh-TW" sz="4000" b="1" dirty="0">
                <a:latin typeface="Microsoft JhengHei"/>
                <a:ea typeface="Microsoft JhengHei"/>
              </a:rPr>
              <a:t>PM</a:t>
            </a:r>
            <a:endParaRPr lang="zh-TW" altLang="en-US" b="1" dirty="0"/>
          </a:p>
        </p:txBody>
      </p:sp>
      <p:sp>
        <p:nvSpPr>
          <p:cNvPr id="3" name="文字版面配置區 3">
            <a:extLst>
              <a:ext uri="{FF2B5EF4-FFF2-40B4-BE49-F238E27FC236}">
                <a16:creationId xmlns:a16="http://schemas.microsoft.com/office/drawing/2014/main" id="{F3948507-9718-A0E5-90E5-386583EB69A6}"/>
              </a:ext>
            </a:extLst>
          </p:cNvPr>
          <p:cNvSpPr txBox="1">
            <a:spLocks/>
          </p:cNvSpPr>
          <p:nvPr/>
        </p:nvSpPr>
        <p:spPr>
          <a:xfrm>
            <a:off x="3186717" y="4345571"/>
            <a:ext cx="5818567" cy="1186322"/>
          </a:xfrm>
          <a:prstGeom prst="rect">
            <a:avLst/>
          </a:prstGeom>
        </p:spPr>
        <p:txBody>
          <a:bodyPr wrap="square" lIns="91440" tIns="45720" rIns="91440" bIns="45720" anchor="ctr"/>
          <a:lstStyle>
            <a:lvl1pPr marL="0" indent="0" algn="ctr" defTabSz="913526" rtl="0" eaLnBrk="0" fontAlgn="base" hangingPunct="0">
              <a:spcBef>
                <a:spcPct val="0"/>
              </a:spcBef>
              <a:spcAft>
                <a:spcPct val="0"/>
              </a:spcAft>
              <a:buSzPct val="120000"/>
              <a:buNone/>
              <a:defRPr sz="1632" b="1">
                <a:solidFill>
                  <a:schemeClr val="tx1"/>
                </a:solidFill>
                <a:latin typeface="微軟正黑體" panose="020B0604030504040204" pitchFamily="34" charset="-120"/>
                <a:ea typeface="微軟正黑體" panose="020B0604030504040204" pitchFamily="34" charset="-120"/>
                <a:cs typeface="+mn-cs"/>
              </a:defRPr>
            </a:lvl1pPr>
            <a:lvl2pPr marL="466481" indent="0" algn="l" defTabSz="913526" rtl="0" eaLnBrk="0" fontAlgn="base" hangingPunct="0">
              <a:spcBef>
                <a:spcPct val="0"/>
              </a:spcBef>
              <a:spcAft>
                <a:spcPct val="0"/>
              </a:spcAft>
              <a:buSzPct val="120000"/>
              <a:buNone/>
              <a:defRPr sz="1224">
                <a:solidFill>
                  <a:schemeClr val="tx1"/>
                </a:solidFill>
                <a:latin typeface="+mn-lt"/>
                <a:ea typeface="+mn-ea"/>
              </a:defRPr>
            </a:lvl2pPr>
            <a:lvl3pPr marL="932962" indent="0" algn="l" defTabSz="913526" rtl="0" eaLnBrk="0" fontAlgn="base" hangingPunct="0">
              <a:spcBef>
                <a:spcPct val="0"/>
              </a:spcBef>
              <a:spcAft>
                <a:spcPct val="0"/>
              </a:spcAft>
              <a:buNone/>
              <a:defRPr sz="1020">
                <a:solidFill>
                  <a:schemeClr val="tx1"/>
                </a:solidFill>
                <a:latin typeface="+mn-lt"/>
                <a:ea typeface="+mn-ea"/>
              </a:defRPr>
            </a:lvl3pPr>
            <a:lvl4pPr marL="1399443" indent="0" algn="l" defTabSz="913526" rtl="0" eaLnBrk="0" fontAlgn="base" hangingPunct="0">
              <a:spcBef>
                <a:spcPct val="0"/>
              </a:spcBef>
              <a:spcAft>
                <a:spcPct val="0"/>
              </a:spcAft>
              <a:buSzPct val="89000"/>
              <a:buNone/>
              <a:defRPr sz="918">
                <a:solidFill>
                  <a:schemeClr val="tx1"/>
                </a:solidFill>
                <a:latin typeface="+mn-lt"/>
                <a:ea typeface="+mn-ea"/>
              </a:defRPr>
            </a:lvl4pPr>
            <a:lvl5pPr marL="1865925" indent="0" algn="l" defTabSz="913526" rtl="0" eaLnBrk="0" fontAlgn="base" hangingPunct="0">
              <a:spcBef>
                <a:spcPct val="0"/>
              </a:spcBef>
              <a:spcAft>
                <a:spcPct val="0"/>
              </a:spcAft>
              <a:buSzPct val="75000"/>
              <a:buNone/>
              <a:defRPr sz="918">
                <a:solidFill>
                  <a:schemeClr val="tx1"/>
                </a:solidFill>
                <a:latin typeface="+mn-lt"/>
                <a:ea typeface="+mn-ea"/>
              </a:defRPr>
            </a:lvl5pPr>
            <a:lvl6pPr marL="2332406" indent="0" algn="l" defTabSz="913526" rtl="0" fontAlgn="base">
              <a:spcBef>
                <a:spcPct val="0"/>
              </a:spcBef>
              <a:spcAft>
                <a:spcPct val="0"/>
              </a:spcAft>
              <a:buSzPct val="75000"/>
              <a:buNone/>
              <a:defRPr sz="918">
                <a:solidFill>
                  <a:schemeClr val="tx1"/>
                </a:solidFill>
                <a:latin typeface="+mn-lt"/>
                <a:ea typeface="+mn-ea"/>
              </a:defRPr>
            </a:lvl6pPr>
            <a:lvl7pPr marL="2798887" indent="0" algn="l" defTabSz="913526" rtl="0" fontAlgn="base">
              <a:spcBef>
                <a:spcPct val="0"/>
              </a:spcBef>
              <a:spcAft>
                <a:spcPct val="0"/>
              </a:spcAft>
              <a:buSzPct val="75000"/>
              <a:buNone/>
              <a:defRPr sz="918">
                <a:solidFill>
                  <a:schemeClr val="tx1"/>
                </a:solidFill>
                <a:latin typeface="+mn-lt"/>
                <a:ea typeface="+mn-ea"/>
              </a:defRPr>
            </a:lvl7pPr>
            <a:lvl8pPr marL="3265368" indent="0" algn="l" defTabSz="913526" rtl="0" fontAlgn="base">
              <a:spcBef>
                <a:spcPct val="0"/>
              </a:spcBef>
              <a:spcAft>
                <a:spcPct val="0"/>
              </a:spcAft>
              <a:buSzPct val="75000"/>
              <a:buNone/>
              <a:defRPr sz="918">
                <a:solidFill>
                  <a:schemeClr val="tx1"/>
                </a:solidFill>
                <a:latin typeface="+mn-lt"/>
                <a:ea typeface="+mn-ea"/>
              </a:defRPr>
            </a:lvl8pPr>
            <a:lvl9pPr marL="3731849" indent="0" algn="l" defTabSz="913526" rtl="0" fontAlgn="base">
              <a:spcBef>
                <a:spcPct val="0"/>
              </a:spcBef>
              <a:spcAft>
                <a:spcPct val="0"/>
              </a:spcAft>
              <a:buSzPct val="75000"/>
              <a:buNone/>
              <a:defRPr sz="918">
                <a:solidFill>
                  <a:schemeClr val="tx1"/>
                </a:solidFill>
                <a:latin typeface="+mn-lt"/>
                <a:ea typeface="+mn-ea"/>
              </a:defRPr>
            </a:lvl9pPr>
          </a:lstStyle>
          <a:p>
            <a:pPr marL="0" marR="0" lvl="0" indent="0" defTabSz="913526" rtl="0" eaLnBrk="0" fontAlgn="base" latinLnBrk="0" hangingPunct="0">
              <a:lnSpc>
                <a:spcPct val="150000"/>
              </a:lnSpc>
              <a:spcBef>
                <a:spcPct val="0"/>
              </a:spcBef>
              <a:spcAft>
                <a:spcPct val="0"/>
              </a:spcAft>
              <a:buClrTx/>
              <a:buSzPct val="120000"/>
              <a:buFontTx/>
              <a:buNone/>
              <a:tabLst/>
              <a:defRPr/>
            </a:pPr>
            <a:r>
              <a:rPr sz="2000" b="0" dirty="0" err="1">
                <a:solidFill>
                  <a:srgbClr val="222A35"/>
                </a:solidFill>
                <a:latin typeface="Microsoft JhengHei"/>
                <a:ea typeface="Microsoft JhengHei"/>
                <a:cs typeface="Microsoft JhengHei"/>
              </a:rPr>
              <a:t>學員：曹家瑜、郭文浩、王瑀軒</a:t>
            </a:r>
            <a:endParaRPr sz="2000" b="0" dirty="0">
              <a:solidFill>
                <a:srgbClr val="222A35"/>
              </a:solidFill>
              <a:latin typeface="Microsoft JhengHei"/>
              <a:ea typeface="Microsoft JhengHei"/>
              <a:cs typeface="Microsoft JhengHei"/>
            </a:endParaRPr>
          </a:p>
          <a:p>
            <a:pPr>
              <a:lnSpc>
                <a:spcPct val="150000"/>
              </a:lnSpc>
            </a:pPr>
            <a:r>
              <a:rPr sz="2000" b="0" dirty="0" err="1">
                <a:solidFill>
                  <a:srgbClr val="222A35"/>
                </a:solidFill>
                <a:latin typeface="Microsoft JhengHei"/>
                <a:ea typeface="Microsoft JhengHei"/>
                <a:cs typeface="Microsoft JhengHei"/>
              </a:rPr>
              <a:t>部門：數位經營部</a:t>
            </a:r>
            <a:endParaRPr sz="2000" b="0" dirty="0">
              <a:solidFill>
                <a:srgbClr val="222A35"/>
              </a:solidFill>
              <a:latin typeface="Microsoft JhengHei"/>
              <a:ea typeface="Microsoft JhengHei"/>
              <a:cs typeface="Microsoft JhengHei"/>
            </a:endParaRPr>
          </a:p>
        </p:txBody>
      </p:sp>
    </p:spTree>
    <p:extLst>
      <p:ext uri="{BB962C8B-B14F-4D97-AF65-F5344CB8AC3E}">
        <p14:creationId xmlns:p14="http://schemas.microsoft.com/office/powerpoint/2010/main" val="1577518392"/>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提案動機與目的</a:t>
            </a:r>
            <a:endParaRPr/>
          </a:p>
        </p:txBody>
      </p:sp>
      <p:sp>
        <p:nvSpPr>
          <p:cNvPr id="37" name="Google Shape;37;p5"/>
          <p:cNvSpPr txBox="1"/>
          <p:nvPr/>
        </p:nvSpPr>
        <p:spPr>
          <a:xfrm>
            <a:off x="365895" y="955131"/>
            <a:ext cx="7693200" cy="3693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說明痛點及設計理念</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38" name="Google Shape;38;p5"/>
          <p:cNvSpPr txBox="1"/>
          <p:nvPr/>
        </p:nvSpPr>
        <p:spPr>
          <a:xfrm>
            <a:off x="359962" y="1247245"/>
            <a:ext cx="11342693" cy="4771919"/>
          </a:xfrm>
          <a:prstGeom prst="rect">
            <a:avLst/>
          </a:prstGeom>
          <a:noFill/>
          <a:ln>
            <a:noFill/>
          </a:ln>
        </p:spPr>
        <p:txBody>
          <a:bodyPr spcFirstLastPara="1" wrap="square" lIns="91425" tIns="91425" rIns="91425" bIns="91425" anchor="t" anchorCtr="0">
            <a:noAutofit/>
          </a:bodyPr>
          <a:lstStyle/>
          <a:p>
            <a:pPr lvl="0">
              <a:lnSpc>
                <a:spcPct val="150000"/>
              </a:lnSpc>
              <a:buClr>
                <a:srgbClr val="000000"/>
              </a:buClr>
              <a:buSzPts val="1400"/>
              <a:defRPr/>
            </a:pPr>
            <a:r>
              <a:rPr sz="1900" b="1" dirty="0" err="1">
                <a:solidFill>
                  <a:srgbClr val="222A35"/>
                </a:solidFill>
                <a:latin typeface="Microsoft YaHei" panose="020B0503020204020204" pitchFamily="34" charset="-122"/>
                <a:ea typeface="Microsoft YaHei" panose="020B0503020204020204" pitchFamily="34" charset="-122"/>
                <a:cs typeface="Microsoft JhengHei"/>
              </a:rPr>
              <a:t>專案經理每天要從會議、看板、訊息裡追「誰該做什麼、做到哪</a:t>
            </a:r>
            <a:r>
              <a:rPr lang="zh-TW" altLang="en-US" sz="1900" b="1" dirty="0">
                <a:solidFill>
                  <a:srgbClr val="222A35"/>
                </a:solidFill>
                <a:latin typeface="Microsoft YaHei" panose="020B0503020204020204" pitchFamily="34" charset="-122"/>
                <a:ea typeface="Microsoft YaHei" panose="020B0503020204020204" pitchFamily="34" charset="-122"/>
                <a:sym typeface="Microsoft JhengHei"/>
              </a:rPr>
              <a:t>」，資訊分散、人工彙整既耗時又容易漏。</a:t>
            </a:r>
          </a:p>
          <a:p>
            <a:pPr>
              <a:lnSpc>
                <a:spcPct val="200000"/>
              </a:lnSpc>
            </a:pPr>
            <a:endParaRPr lang="en-US" altLang="zh-TW" sz="1700" dirty="0">
              <a:solidFill>
                <a:srgbClr val="222A35"/>
              </a:solidFill>
              <a:latin typeface="Microsoft JhengHei"/>
              <a:ea typeface="Microsoft JhengHei"/>
              <a:cs typeface="Microsoft JhengHei"/>
            </a:endParaRPr>
          </a:p>
          <a:p>
            <a:pPr>
              <a:lnSpc>
                <a:spcPct val="200000"/>
              </a:lnSpc>
            </a:pPr>
            <a:endParaRPr lang="zh-TW" altLang="en-US" sz="1700" b="0" dirty="0">
              <a:solidFill>
                <a:srgbClr val="222A35"/>
              </a:solidFill>
              <a:latin typeface="Microsoft JhengHei"/>
              <a:ea typeface="Microsoft JhengHei"/>
              <a:cs typeface="Microsoft JhengHei"/>
            </a:endParaRPr>
          </a:p>
        </p:txBody>
      </p:sp>
      <p:grpSp>
        <p:nvGrpSpPr>
          <p:cNvPr id="21" name="群組 20">
            <a:extLst>
              <a:ext uri="{FF2B5EF4-FFF2-40B4-BE49-F238E27FC236}">
                <a16:creationId xmlns:a16="http://schemas.microsoft.com/office/drawing/2014/main" id="{0EC9D0CB-CA43-4B1B-9780-80C31B60EC25}"/>
              </a:ext>
            </a:extLst>
          </p:cNvPr>
          <p:cNvGrpSpPr/>
          <p:nvPr/>
        </p:nvGrpSpPr>
        <p:grpSpPr>
          <a:xfrm>
            <a:off x="489318" y="3774329"/>
            <a:ext cx="8344260" cy="2119862"/>
            <a:chOff x="489318" y="4053249"/>
            <a:chExt cx="8344260" cy="2119862"/>
          </a:xfrm>
        </p:grpSpPr>
        <p:grpSp>
          <p:nvGrpSpPr>
            <p:cNvPr id="14" name="群組 13">
              <a:extLst>
                <a:ext uri="{FF2B5EF4-FFF2-40B4-BE49-F238E27FC236}">
                  <a16:creationId xmlns:a16="http://schemas.microsoft.com/office/drawing/2014/main" id="{C768EC03-F389-5566-CE8D-89B013CEE115}"/>
                </a:ext>
              </a:extLst>
            </p:cNvPr>
            <p:cNvGrpSpPr/>
            <p:nvPr/>
          </p:nvGrpSpPr>
          <p:grpSpPr>
            <a:xfrm>
              <a:off x="1356616" y="4053249"/>
              <a:ext cx="7476962" cy="2119862"/>
              <a:chOff x="515003" y="2718023"/>
              <a:chExt cx="7476962" cy="2376241"/>
            </a:xfrm>
          </p:grpSpPr>
          <p:sp>
            <p:nvSpPr>
              <p:cNvPr id="3" name="文字方塊 2">
                <a:extLst>
                  <a:ext uri="{FF2B5EF4-FFF2-40B4-BE49-F238E27FC236}">
                    <a16:creationId xmlns:a16="http://schemas.microsoft.com/office/drawing/2014/main" id="{86E442D5-CD6E-6DD2-F1F8-5474C280A7C9}"/>
                  </a:ext>
                </a:extLst>
              </p:cNvPr>
              <p:cNvSpPr txBox="1"/>
              <p:nvPr/>
            </p:nvSpPr>
            <p:spPr>
              <a:xfrm>
                <a:off x="515003" y="3348392"/>
                <a:ext cx="7476962" cy="485134"/>
              </a:xfrm>
              <a:prstGeom prst="roundRect">
                <a:avLst>
                  <a:gd name="adj" fmla="val 50000"/>
                </a:avLst>
              </a:prstGeom>
              <a:solidFill>
                <a:schemeClr val="bg2">
                  <a:lumMod val="20000"/>
                  <a:lumOff val="80000"/>
                </a:schemeClr>
              </a:solidFill>
            </p:spPr>
            <p:txBody>
              <a:bodyPr wrap="square">
                <a:spAutoFit/>
              </a:bodyPr>
              <a:lstStyle/>
              <a:p>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會議</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agent</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分析並紀錄會議重點、結論與待追蹤事項</a:t>
                </a:r>
                <a:endParaRPr lang="zh-TW" altLang="en-US" sz="1400" b="1" dirty="0">
                  <a:latin typeface="微軟正黑體" panose="020B0604030504040204" pitchFamily="34" charset="-120"/>
                  <a:ea typeface="微軟正黑體" panose="020B0604030504040204" pitchFamily="34" charset="-120"/>
                </a:endParaRPr>
              </a:p>
            </p:txBody>
          </p:sp>
          <p:sp>
            <p:nvSpPr>
              <p:cNvPr id="8" name="文字方塊 7">
                <a:extLst>
                  <a:ext uri="{FF2B5EF4-FFF2-40B4-BE49-F238E27FC236}">
                    <a16:creationId xmlns:a16="http://schemas.microsoft.com/office/drawing/2014/main" id="{A2256F3E-78CC-D43C-9D54-C9677A2BA704}"/>
                  </a:ext>
                </a:extLst>
              </p:cNvPr>
              <p:cNvSpPr txBox="1"/>
              <p:nvPr/>
            </p:nvSpPr>
            <p:spPr>
              <a:xfrm>
                <a:off x="515003" y="4609130"/>
                <a:ext cx="7476962" cy="485134"/>
              </a:xfrm>
              <a:prstGeom prst="roundRect">
                <a:avLst>
                  <a:gd name="adj" fmla="val 50000"/>
                </a:avLst>
              </a:prstGeom>
              <a:solidFill>
                <a:schemeClr val="bg2">
                  <a:lumMod val="20000"/>
                  <a:lumOff val="80000"/>
                </a:schemeClr>
              </a:solidFill>
            </p:spPr>
            <p:txBody>
              <a:bodyPr wrap="square">
                <a:spAutoFit/>
              </a:bodyPr>
              <a:lstStyle/>
              <a:p>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KPI agent</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將專案節點數據做管理，並知道與總</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KPI</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還有多少</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gap</a:t>
                </a:r>
                <a:endParaRPr lang="zh-TW" altLang="en-US" sz="1400" b="1" dirty="0">
                  <a:latin typeface="微軟正黑體" panose="020B0604030504040204" pitchFamily="34" charset="-120"/>
                  <a:ea typeface="微軟正黑體" panose="020B0604030504040204" pitchFamily="34" charset="-120"/>
                </a:endParaRPr>
              </a:p>
            </p:txBody>
          </p:sp>
          <p:sp>
            <p:nvSpPr>
              <p:cNvPr id="11" name="文字方塊 10">
                <a:extLst>
                  <a:ext uri="{FF2B5EF4-FFF2-40B4-BE49-F238E27FC236}">
                    <a16:creationId xmlns:a16="http://schemas.microsoft.com/office/drawing/2014/main" id="{39D02D02-2C27-2ECD-E196-3D9C10E71E95}"/>
                  </a:ext>
                </a:extLst>
              </p:cNvPr>
              <p:cNvSpPr txBox="1"/>
              <p:nvPr/>
            </p:nvSpPr>
            <p:spPr>
              <a:xfrm>
                <a:off x="515003" y="2718023"/>
                <a:ext cx="7476962" cy="485134"/>
              </a:xfrm>
              <a:prstGeom prst="roundRect">
                <a:avLst>
                  <a:gd name="adj" fmla="val 50000"/>
                </a:avLst>
              </a:prstGeom>
              <a:solidFill>
                <a:schemeClr val="bg2">
                  <a:lumMod val="20000"/>
                  <a:lumOff val="80000"/>
                </a:schemeClr>
              </a:solidFill>
            </p:spPr>
            <p:txBody>
              <a:bodyPr wrap="square">
                <a:spAutoFit/>
              </a:bodyPr>
              <a:lstStyle/>
              <a:p>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數據</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agent</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透過自建之</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CUBE</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與神策</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skill</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來協助固定資料拉取</a:t>
                </a:r>
                <a:endParaRPr lang="zh-TW" altLang="en-US" sz="1400" b="1" dirty="0">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361EB62E-984A-3DF3-8A3D-65088788322C}"/>
                  </a:ext>
                </a:extLst>
              </p:cNvPr>
              <p:cNvSpPr txBox="1"/>
              <p:nvPr/>
            </p:nvSpPr>
            <p:spPr>
              <a:xfrm>
                <a:off x="515003" y="3978762"/>
                <a:ext cx="7476962" cy="485134"/>
              </a:xfrm>
              <a:prstGeom prst="roundRect">
                <a:avLst>
                  <a:gd name="adj" fmla="val 50000"/>
                </a:avLst>
              </a:prstGeom>
              <a:solidFill>
                <a:schemeClr val="bg2">
                  <a:lumMod val="20000"/>
                  <a:lumOff val="80000"/>
                </a:schemeClr>
              </a:solidFill>
            </p:spPr>
            <p:txBody>
              <a:bodyPr wrap="square">
                <a:spAutoFit/>
              </a:bodyPr>
              <a:lstStyle/>
              <a:p>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進度</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agent</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en-US" altLang="zh-TW"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 </a:t>
                </a:r>
                <a:r>
                  <a:rPr lang="zh-TW" altLang="en-US" sz="1400" b="1" dirty="0">
                    <a:solidFill>
                      <a:srgbClr val="222A35"/>
                    </a:solidFill>
                    <a:latin typeface="微軟正黑體" panose="020B0604030504040204" pitchFamily="34" charset="-120"/>
                    <a:ea typeface="微軟正黑體" panose="020B0604030504040204" pitchFamily="34" charset="-120"/>
                    <a:cs typeface="Microsoft JhengHei"/>
                    <a:sym typeface="Wingdings" panose="05000000000000000000" pitchFamily="2" charset="2"/>
                  </a:rPr>
                  <a:t>未完成之任務，發派催件通知給專案成員</a:t>
                </a:r>
                <a:endParaRPr lang="zh-TW" altLang="en-US" sz="1400" b="1" dirty="0">
                  <a:latin typeface="微軟正黑體" panose="020B0604030504040204" pitchFamily="34" charset="-120"/>
                  <a:ea typeface="微軟正黑體" panose="020B0604030504040204" pitchFamily="34" charset="-120"/>
                </a:endParaRPr>
              </a:p>
            </p:txBody>
          </p:sp>
        </p:grpSp>
        <p:sp>
          <p:nvSpPr>
            <p:cNvPr id="16" name="文字方塊 15">
              <a:extLst>
                <a:ext uri="{FF2B5EF4-FFF2-40B4-BE49-F238E27FC236}">
                  <a16:creationId xmlns:a16="http://schemas.microsoft.com/office/drawing/2014/main" id="{FA83FE7E-2E4F-534A-CAA9-65871A1D13E9}"/>
                </a:ext>
              </a:extLst>
            </p:cNvPr>
            <p:cNvSpPr txBox="1"/>
            <p:nvPr/>
          </p:nvSpPr>
          <p:spPr>
            <a:xfrm>
              <a:off x="489318" y="4053249"/>
              <a:ext cx="492443" cy="2119862"/>
            </a:xfrm>
            <a:prstGeom prst="rect">
              <a:avLst/>
            </a:prstGeom>
            <a:solidFill>
              <a:schemeClr val="accent1">
                <a:lumMod val="20000"/>
                <a:lumOff val="80000"/>
              </a:schemeClr>
            </a:solidFill>
          </p:spPr>
          <p:txBody>
            <a:bodyPr vert="eaVert" wrap="square">
              <a:spAutoFit/>
            </a:bodyPr>
            <a:lstStyle/>
            <a:p>
              <a:pPr algn="ctr"/>
              <a:r>
                <a:rPr lang="zh-TW" altLang="en-US" sz="2000" b="1" kern="0" dirty="0">
                  <a:solidFill>
                    <a:srgbClr val="647582"/>
                  </a:solidFill>
                  <a:latin typeface="Microsoft YaHei" panose="020B0503020204020204" pitchFamily="34" charset="-122"/>
                  <a:ea typeface="Microsoft YaHei" panose="020B0503020204020204" pitchFamily="34" charset="-122"/>
                  <a:sym typeface="Microsoft JhengHei"/>
                </a:rPr>
                <a:t> 設 計 解 方</a:t>
              </a:r>
              <a:endParaRPr lang="zh-TW" altLang="en-US" sz="2000" dirty="0">
                <a:solidFill>
                  <a:srgbClr val="647582"/>
                </a:solidFill>
                <a:latin typeface="Microsoft YaHei" panose="020B0503020204020204" pitchFamily="34" charset="-122"/>
                <a:ea typeface="Microsoft YaHei" panose="020B0503020204020204" pitchFamily="34" charset="-122"/>
              </a:endParaRPr>
            </a:p>
          </p:txBody>
        </p:sp>
      </p:grpSp>
      <p:grpSp>
        <p:nvGrpSpPr>
          <p:cNvPr id="22" name="群組 21">
            <a:extLst>
              <a:ext uri="{FF2B5EF4-FFF2-40B4-BE49-F238E27FC236}">
                <a16:creationId xmlns:a16="http://schemas.microsoft.com/office/drawing/2014/main" id="{0CCA031C-2E5A-029F-800F-982F82331F2F}"/>
              </a:ext>
            </a:extLst>
          </p:cNvPr>
          <p:cNvGrpSpPr/>
          <p:nvPr/>
        </p:nvGrpSpPr>
        <p:grpSpPr>
          <a:xfrm>
            <a:off x="489318" y="2119556"/>
            <a:ext cx="8304389" cy="1345368"/>
            <a:chOff x="489318" y="2119556"/>
            <a:chExt cx="8304389" cy="1345368"/>
          </a:xfrm>
        </p:grpSpPr>
        <p:sp>
          <p:nvSpPr>
            <p:cNvPr id="18" name="文字方塊 17">
              <a:extLst>
                <a:ext uri="{FF2B5EF4-FFF2-40B4-BE49-F238E27FC236}">
                  <a16:creationId xmlns:a16="http://schemas.microsoft.com/office/drawing/2014/main" id="{0AC1F3C6-83DB-17B9-0101-477EBBA98FDE}"/>
                </a:ext>
              </a:extLst>
            </p:cNvPr>
            <p:cNvSpPr txBox="1"/>
            <p:nvPr/>
          </p:nvSpPr>
          <p:spPr>
            <a:xfrm>
              <a:off x="1356616" y="2119556"/>
              <a:ext cx="7437091" cy="1345368"/>
            </a:xfrm>
            <a:prstGeom prst="rect">
              <a:avLst/>
            </a:prstGeom>
            <a:solidFill>
              <a:schemeClr val="accent2">
                <a:lumMod val="20000"/>
                <a:lumOff val="80000"/>
              </a:schemeClr>
            </a:solidFill>
          </p:spPr>
          <p:txBody>
            <a:bodyPr wrap="square">
              <a:spAutoFit/>
            </a:bodyPr>
            <a:lstStyle/>
            <a:p>
              <a:pPr marL="285750" lvl="0" indent="-285750">
                <a:lnSpc>
                  <a:spcPct val="150000"/>
                </a:lnSpc>
                <a:buClr>
                  <a:srgbClr val="000000"/>
                </a:buClr>
                <a:buSzPts val="1400"/>
                <a:buFont typeface="Arial" panose="020B0604020202020204" pitchFamily="34" charset="0"/>
                <a:buChar char="•"/>
                <a:defRPr/>
              </a:pPr>
              <a:r>
                <a:rPr lang="zh-TW" altLang="en-US" sz="1400" kern="0" dirty="0">
                  <a:solidFill>
                    <a:srgbClr val="000000"/>
                  </a:solidFill>
                  <a:latin typeface="Microsoft JhengHei"/>
                  <a:ea typeface="Microsoft JhengHei"/>
                  <a:cs typeface="Microsoft JhengHei"/>
                  <a:sym typeface="Microsoft JhengHei"/>
                </a:rPr>
                <a:t>成效要自己進 </a:t>
              </a:r>
              <a:r>
                <a:rPr lang="en-US" altLang="zh-TW" sz="1400" kern="0" dirty="0">
                  <a:solidFill>
                    <a:srgbClr val="000000"/>
                  </a:solidFill>
                  <a:latin typeface="Microsoft JhengHei"/>
                  <a:ea typeface="Microsoft JhengHei"/>
                  <a:cs typeface="Microsoft JhengHei"/>
                  <a:sym typeface="Microsoft JhengHei"/>
                </a:rPr>
                <a:t>CUBE</a:t>
              </a:r>
              <a:r>
                <a:rPr lang="zh-TW" altLang="en-US" sz="1400" kern="0" dirty="0">
                  <a:solidFill>
                    <a:srgbClr val="000000"/>
                  </a:solidFill>
                  <a:latin typeface="Microsoft JhengHei"/>
                  <a:ea typeface="Microsoft JhengHei"/>
                  <a:cs typeface="Microsoft JhengHei"/>
                  <a:sym typeface="Microsoft JhengHei"/>
                </a:rPr>
                <a:t>／神策一頁頁撈數，再人工對 </a:t>
              </a:r>
              <a:r>
                <a:rPr lang="en-US" altLang="zh-TW" sz="1400" kern="0" dirty="0">
                  <a:solidFill>
                    <a:srgbClr val="000000"/>
                  </a:solidFill>
                  <a:latin typeface="Microsoft JhengHei"/>
                  <a:ea typeface="Microsoft JhengHei"/>
                  <a:cs typeface="Microsoft JhengHei"/>
                  <a:sym typeface="Microsoft JhengHei"/>
                </a:rPr>
                <a:t>KPI </a:t>
              </a:r>
              <a:r>
                <a:rPr lang="zh-TW" altLang="en-US" sz="1400" kern="0" dirty="0">
                  <a:solidFill>
                    <a:srgbClr val="000000"/>
                  </a:solidFill>
                  <a:latin typeface="Microsoft JhengHei"/>
                  <a:ea typeface="Microsoft JhengHei"/>
                  <a:cs typeface="Microsoft JhengHei"/>
                  <a:sym typeface="Microsoft JhengHei"/>
                </a:rPr>
                <a:t>目標算缺口，慢又容易出錯</a:t>
              </a:r>
              <a:endParaRPr kumimoji="0" lang="zh-TW" altLang="en-US" sz="1400" b="1" i="0" u="none" strike="noStrike" kern="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icrosoft JhengHei"/>
                <a:sym typeface="Microsoft JhengHei"/>
              </a:endParaRPr>
            </a:p>
            <a:p>
              <a:pPr marL="285750" indent="-285750">
                <a:lnSpc>
                  <a:spcPct val="150000"/>
                </a:lnSpc>
                <a:buFont typeface="Arial" panose="020B0604020202020204" pitchFamily="34" charset="0"/>
                <a:buChar char="•"/>
              </a:pPr>
              <a:r>
                <a:rPr lang="zh-TW" altLang="en-US" sz="1400" b="0" dirty="0">
                  <a:solidFill>
                    <a:srgbClr val="222A35"/>
                  </a:solidFill>
                  <a:latin typeface="Microsoft JhengHei"/>
                  <a:ea typeface="Microsoft JhengHei"/>
                  <a:cs typeface="Microsoft JhengHei"/>
                </a:rPr>
                <a:t>會議結論散在各小專案，會後整理待辦、派單要重看一遍，很花時間</a:t>
              </a:r>
            </a:p>
            <a:p>
              <a:pPr marL="285750" indent="-285750">
                <a:lnSpc>
                  <a:spcPct val="150000"/>
                </a:lnSpc>
                <a:buFont typeface="Arial" panose="020B0604020202020204" pitchFamily="34" charset="0"/>
                <a:buChar char="•"/>
              </a:pPr>
              <a:r>
                <a:rPr lang="zh-TW" altLang="en-US" sz="1400" b="0" dirty="0">
                  <a:solidFill>
                    <a:srgbClr val="222A35"/>
                  </a:solidFill>
                  <a:latin typeface="Microsoft JhengHei"/>
                  <a:ea typeface="Microsoft JhengHei"/>
                  <a:cs typeface="Microsoft JhengHei"/>
                </a:rPr>
                <a:t>催辦靠 </a:t>
              </a:r>
              <a:r>
                <a:rPr lang="en-US" altLang="zh-TW" sz="1400" b="0" dirty="0">
                  <a:solidFill>
                    <a:srgbClr val="222A35"/>
                  </a:solidFill>
                  <a:latin typeface="Microsoft JhengHei"/>
                  <a:ea typeface="Microsoft JhengHei"/>
                  <a:cs typeface="Microsoft JhengHei"/>
                </a:rPr>
                <a:t>PM </a:t>
              </a:r>
              <a:r>
                <a:rPr lang="zh-TW" altLang="en-US" sz="1400" b="0" dirty="0">
                  <a:solidFill>
                    <a:srgbClr val="222A35"/>
                  </a:solidFill>
                  <a:latin typeface="Microsoft JhengHei"/>
                  <a:ea typeface="Microsoft JhengHei"/>
                  <a:cs typeface="Microsoft JhengHei"/>
                </a:rPr>
                <a:t>記憶與人情，標準不一，重要的事說忘就忘</a:t>
              </a:r>
            </a:p>
            <a:p>
              <a:pPr marL="285750" indent="-285750">
                <a:lnSpc>
                  <a:spcPct val="150000"/>
                </a:lnSpc>
                <a:buFont typeface="Arial" panose="020B0604020202020204" pitchFamily="34" charset="0"/>
                <a:buChar char="•"/>
              </a:pPr>
              <a:r>
                <a:rPr lang="zh-TW" altLang="en-US" sz="1400" kern="0" dirty="0">
                  <a:solidFill>
                    <a:srgbClr val="000000"/>
                  </a:solidFill>
                  <a:latin typeface="Microsoft JhengHei"/>
                  <a:ea typeface="Microsoft JhengHei"/>
                  <a:cs typeface="Microsoft JhengHei"/>
                  <a:sym typeface="Microsoft JhengHei"/>
                </a:rPr>
                <a:t>進度分散在 </a:t>
              </a:r>
              <a:r>
                <a:rPr lang="en-US" altLang="zh-TW" sz="1400" kern="0" dirty="0">
                  <a:solidFill>
                    <a:srgbClr val="000000"/>
                  </a:solidFill>
                  <a:latin typeface="Microsoft JhengHei"/>
                  <a:ea typeface="Microsoft JhengHei"/>
                  <a:cs typeface="Microsoft JhengHei"/>
                  <a:sym typeface="Microsoft JhengHei"/>
                </a:rPr>
                <a:t>Planner</a:t>
              </a:r>
              <a:r>
                <a:rPr lang="zh-TW" altLang="en-US" sz="1400" kern="0" dirty="0">
                  <a:solidFill>
                    <a:srgbClr val="000000"/>
                  </a:solidFill>
                  <a:latin typeface="Microsoft JhengHei"/>
                  <a:ea typeface="Microsoft JhengHei"/>
                  <a:cs typeface="Microsoft JhengHei"/>
                  <a:sym typeface="Microsoft JhengHei"/>
                </a:rPr>
                <a:t>／</a:t>
              </a:r>
              <a:r>
                <a:rPr lang="en-US" altLang="zh-TW" sz="1400" kern="0" dirty="0">
                  <a:solidFill>
                    <a:srgbClr val="000000"/>
                  </a:solidFill>
                  <a:latin typeface="Microsoft JhengHei"/>
                  <a:ea typeface="Microsoft JhengHei"/>
                  <a:cs typeface="Microsoft JhengHei"/>
                  <a:sym typeface="Microsoft JhengHei"/>
                </a:rPr>
                <a:t>Teams</a:t>
              </a:r>
              <a:r>
                <a:rPr lang="zh-TW" altLang="en-US" sz="1400" kern="0" dirty="0">
                  <a:solidFill>
                    <a:srgbClr val="000000"/>
                  </a:solidFill>
                  <a:latin typeface="Microsoft JhengHei"/>
                  <a:ea typeface="Microsoft JhengHei"/>
                  <a:cs typeface="Microsoft JhengHei"/>
                  <a:sym typeface="Microsoft JhengHei"/>
                </a:rPr>
                <a:t>，逾期靠人工追、常常漏催，也缺一眼看懂的甘特</a:t>
              </a:r>
            </a:p>
          </p:txBody>
        </p:sp>
        <p:sp>
          <p:nvSpPr>
            <p:cNvPr id="20" name="文字方塊 19">
              <a:extLst>
                <a:ext uri="{FF2B5EF4-FFF2-40B4-BE49-F238E27FC236}">
                  <a16:creationId xmlns:a16="http://schemas.microsoft.com/office/drawing/2014/main" id="{D5599C20-50DF-7D9F-4068-F0799538999F}"/>
                </a:ext>
              </a:extLst>
            </p:cNvPr>
            <p:cNvSpPr txBox="1"/>
            <p:nvPr/>
          </p:nvSpPr>
          <p:spPr>
            <a:xfrm>
              <a:off x="489318" y="2119556"/>
              <a:ext cx="492443" cy="1345368"/>
            </a:xfrm>
            <a:prstGeom prst="rect">
              <a:avLst/>
            </a:prstGeom>
            <a:solidFill>
              <a:schemeClr val="accent2">
                <a:lumMod val="20000"/>
                <a:lumOff val="80000"/>
              </a:schemeClr>
            </a:solidFill>
          </p:spPr>
          <p:txBody>
            <a:bodyPr vert="eaVert" wrap="square">
              <a:spAutoFit/>
            </a:bodyPr>
            <a:lstStyle/>
            <a:p>
              <a:pPr algn="ctr"/>
              <a:r>
                <a:rPr lang="zh-TW" altLang="en-US" sz="2000" b="1" kern="0" dirty="0">
                  <a:solidFill>
                    <a:schemeClr val="accent2"/>
                  </a:solidFill>
                  <a:latin typeface="Microsoft YaHei" panose="020B0503020204020204" pitchFamily="34" charset="-122"/>
                  <a:ea typeface="Microsoft YaHei" panose="020B0503020204020204" pitchFamily="34" charset="-122"/>
                  <a:sym typeface="Microsoft JhengHei"/>
                </a:rPr>
                <a:t>日 常 痛 點</a:t>
              </a:r>
              <a:endParaRPr lang="zh-TW" altLang="en-US" sz="2000" dirty="0">
                <a:solidFill>
                  <a:schemeClr val="accent2"/>
                </a:solidFill>
                <a:latin typeface="Microsoft YaHei" panose="020B0503020204020204" pitchFamily="34" charset="-122"/>
                <a:ea typeface="Microsoft YaHei" panose="020B0503020204020204" pitchFamily="34" charset="-122"/>
              </a:endParaRPr>
            </a:p>
          </p:txBody>
        </p:sp>
      </p:gr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
        <p:cNvGrpSpPr/>
        <p:nvPr/>
      </p:nvGrpSpPr>
      <p:grpSpPr>
        <a:xfrm>
          <a:off x="0" y="0"/>
          <a:ext cx="0" cy="0"/>
          <a:chOff x="0" y="0"/>
          <a:chExt cx="0" cy="0"/>
        </a:xfrm>
      </p:grpSpPr>
      <p:sp>
        <p:nvSpPr>
          <p:cNvPr id="44" name="Google Shape;44;p1"/>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痛點對應解法與 Agent 目標使用者樣貌</a:t>
            </a:r>
            <a:endParaRPr/>
          </a:p>
        </p:txBody>
      </p:sp>
      <p:sp>
        <p:nvSpPr>
          <p:cNvPr id="45" name="Google Shape;45;p1"/>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對應痛點的核心解法，並且詳述 </a:t>
            </a:r>
            <a:r>
              <a:rPr kumimoji="0" lang="en-US" altLang="zh-TW"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Agent </a:t>
            </a:r>
            <a:r>
              <a:rPr kumimoji="0" lang="zh-TW" altLang="en-US" sz="1800" b="1" i="0" u="none" strike="noStrike" kern="0" cap="none" spc="0" normalizeH="0" baseline="0" noProof="0" dirty="0">
                <a:ln>
                  <a:noFill/>
                </a:ln>
                <a:solidFill>
                  <a:srgbClr val="FF0000"/>
                </a:solidFill>
                <a:effectLst/>
                <a:uLnTx/>
                <a:uFillTx/>
                <a:latin typeface="Microsoft JhengHei"/>
                <a:ea typeface="Microsoft JhengHei"/>
                <a:cs typeface="Microsoft JhengHei"/>
                <a:sym typeface="Microsoft JhengHei"/>
              </a:rPr>
              <a:t>應用的目標對象／客群</a:t>
            </a:r>
            <a:endParaRPr kumimoji="0" sz="140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46" name="Google Shape;46;p1"/>
          <p:cNvSpPr txBox="1"/>
          <p:nvPr/>
        </p:nvSpPr>
        <p:spPr>
          <a:xfrm>
            <a:off x="365895" y="1324463"/>
            <a:ext cx="11342693" cy="635226"/>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核心解法：組一支「AIPM」多</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 Agent </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團隊</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會議記錄／時程／數據／KPI</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共用</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Planner＋SharePoint</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資料層協作，PM</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只需按確認</a:t>
            </a: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sz="1400" b="1"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目標對象：專案經理與跨部門專案成員</a:t>
            </a:r>
            <a:endParaRPr kumimoji="0" sz="1400" b="1" i="0" u="none" strike="noStrike" kern="1200" cap="none" spc="0" normalizeH="0" baseline="0" noProof="0" dirty="0">
              <a:ln>
                <a:noFill/>
              </a:ln>
              <a:solidFill>
                <a:srgbClr val="000000"/>
              </a:solidFill>
              <a:effectLst/>
              <a:uLnTx/>
              <a:uFillTx/>
              <a:latin typeface="Microsoft JhengHei"/>
              <a:ea typeface="Microsoft JhengHei"/>
              <a:cs typeface="+mn-cs"/>
            </a:endParaRPr>
          </a:p>
        </p:txBody>
      </p:sp>
      <p:sp>
        <p:nvSpPr>
          <p:cNvPr id="47" name="Google Shape;47;p1"/>
          <p:cNvSpPr/>
          <p:nvPr/>
        </p:nvSpPr>
        <p:spPr>
          <a:xfrm>
            <a:off x="4631877" y="2297591"/>
            <a:ext cx="2928245" cy="3810000"/>
          </a:xfrm>
          <a:prstGeom prst="rect">
            <a:avLst/>
          </a:prstGeom>
          <a:noFill/>
          <a:ln w="25400" cap="flat" cmpd="sng">
            <a:solidFill>
              <a:srgbClr val="DAA36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48" name="Google Shape;48;p1"/>
          <p:cNvSpPr txBox="1"/>
          <p:nvPr/>
        </p:nvSpPr>
        <p:spPr>
          <a:xfrm>
            <a:off x="4631877" y="2297591"/>
            <a:ext cx="2928245" cy="375937"/>
          </a:xfrm>
          <a:prstGeom prst="rect">
            <a:avLst/>
          </a:prstGeom>
          <a:solidFill>
            <a:srgbClr val="DAA36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處理</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49" name="Google Shape;49;p1"/>
          <p:cNvSpPr txBox="1"/>
          <p:nvPr/>
        </p:nvSpPr>
        <p:spPr>
          <a:xfrm>
            <a:off x="4631877" y="2835906"/>
            <a:ext cx="2928245" cy="3293169"/>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會議記錄</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lang="zh-TW" altLang="en-US" sz="1400" dirty="0">
                <a:solidFill>
                  <a:srgbClr val="000000"/>
                </a:solidFill>
                <a:latin typeface="Microsoft JhengHei"/>
                <a:ea typeface="Microsoft JhengHei"/>
              </a:rPr>
              <a:t>統整</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結論與待辦</a:t>
            </a:r>
            <a:r>
              <a:rPr kumimoji="0" lang="zh-TW" altLang="en-US" sz="1400" b="0" i="0" u="none" strike="noStrike" kern="1200" cap="none" spc="0" normalizeH="0" baseline="0" noProof="0" dirty="0">
                <a:ln>
                  <a:noFill/>
                </a:ln>
                <a:solidFill>
                  <a:srgbClr val="000000"/>
                </a:solidFill>
                <a:effectLst/>
                <a:uLnTx/>
                <a:uFillTx/>
                <a:latin typeface="Microsoft JhengHei"/>
                <a:ea typeface="Microsoft JhengHei"/>
                <a:cs typeface="+mn-cs"/>
              </a:rPr>
              <a:t>並指派成員</a:t>
            </a:r>
            <a:endParaRPr kumimoji="0" sz="1400" b="0" i="0" u="none" strike="noStrike" kern="0" cap="none" spc="0" normalizeH="0" baseline="0" noProof="0" dirty="0">
              <a:ln>
                <a:noFill/>
              </a:ln>
              <a:solidFill>
                <a:srgbClr val="000000"/>
              </a:solidFill>
              <a:effectLst/>
              <a:uLnTx/>
              <a:uFillTx/>
              <a:latin typeface="Arial"/>
              <a:ea typeface="+mn-ea"/>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時程</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掃逾期／到期、生成催辦草稿</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數據</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lang="zh-TW" altLang="en-US" sz="1400" dirty="0">
                <a:solidFill>
                  <a:srgbClr val="000000"/>
                </a:solidFill>
                <a:latin typeface="Microsoft JhengHei"/>
                <a:ea typeface="Microsoft JhengHei"/>
              </a:rPr>
              <a:t>自然語意</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查</a:t>
            </a:r>
            <a:r>
              <a:rPr kumimoji="0" lang="zh-TW" altLang="en-US" sz="1400" b="0" i="0" u="none" strike="noStrike" kern="1200" cap="none" spc="0" normalizeH="0" baseline="0" noProof="0" dirty="0">
                <a:ln>
                  <a:noFill/>
                </a:ln>
                <a:solidFill>
                  <a:srgbClr val="000000"/>
                </a:solidFill>
                <a:effectLst/>
                <a:uLnTx/>
                <a:uFillTx/>
                <a:latin typeface="Microsoft JhengHei"/>
                <a:ea typeface="Microsoft JhengHei"/>
                <a:cs typeface="+mn-cs"/>
              </a:rPr>
              <a:t>詢</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，LLM </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只填參數</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1" i="0" u="none" strike="noStrike" kern="1200" cap="none" spc="0" normalizeH="0" baseline="0" noProof="0" dirty="0">
                <a:ln>
                  <a:noFill/>
                </a:ln>
                <a:solidFill>
                  <a:srgbClr val="000000"/>
                </a:solidFill>
                <a:effectLst/>
                <a:uLnTx/>
                <a:uFillTx/>
                <a:latin typeface="Microsoft JhengHei"/>
                <a:ea typeface="Microsoft JhengHei"/>
                <a:cs typeface="+mn-cs"/>
              </a:rPr>
              <a:t>KPI</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Pts val="1400"/>
              <a:buFont typeface="Arial"/>
              <a:buNone/>
              <a:tabLst/>
              <a:defRPr/>
            </a:pP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Gap </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純程式計算並附說明</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p:txBody>
      </p:sp>
      <p:sp>
        <p:nvSpPr>
          <p:cNvPr id="50" name="Google Shape;50;p1"/>
          <p:cNvSpPr/>
          <p:nvPr/>
        </p:nvSpPr>
        <p:spPr>
          <a:xfrm>
            <a:off x="8059045" y="2297591"/>
            <a:ext cx="2928245" cy="3810000"/>
          </a:xfrm>
          <a:prstGeom prst="rect">
            <a:avLst/>
          </a:prstGeom>
          <a:noFill/>
          <a:ln w="25400" cap="flat" cmpd="sng">
            <a:solidFill>
              <a:srgbClr val="00B05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1" name="Google Shape;51;p1"/>
          <p:cNvSpPr txBox="1"/>
          <p:nvPr/>
        </p:nvSpPr>
        <p:spPr>
          <a:xfrm>
            <a:off x="8059045" y="2297591"/>
            <a:ext cx="2928245" cy="375937"/>
          </a:xfrm>
          <a:prstGeom prst="rect">
            <a:avLst/>
          </a:prstGeom>
          <a:solidFill>
            <a:srgbClr val="00B050"/>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輸出</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2" name="Google Shape;52;p1"/>
          <p:cNvSpPr txBox="1"/>
          <p:nvPr/>
        </p:nvSpPr>
        <p:spPr>
          <a:xfrm>
            <a:off x="8059045" y="2835906"/>
            <a:ext cx="2928245" cy="2893059"/>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會議記錄</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待辦清單＋PM</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確認後一鍵開單</a:t>
            </a:r>
            <a:endParaRPr kumimoji="0" sz="1400" b="0" i="0" u="none" strike="noStrike" kern="0" cap="none" spc="0" normalizeH="0" baseline="0" noProof="0" dirty="0">
              <a:ln>
                <a:noFill/>
              </a:ln>
              <a:solidFill>
                <a:srgbClr val="000000"/>
              </a:solidFill>
              <a:effectLst/>
              <a:uLnTx/>
              <a:uFillTx/>
              <a:latin typeface="Arial"/>
              <a:ea typeface="+mn-ea"/>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時程</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endPar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lang="zh-TW" altLang="en-US" sz="1400" b="0" i="0" u="none" strike="noStrike" kern="1200" cap="none" spc="0" normalizeH="0" baseline="0" noProof="0" dirty="0">
                <a:ln>
                  <a:noFill/>
                </a:ln>
                <a:solidFill>
                  <a:srgbClr val="000000"/>
                </a:solidFill>
                <a:effectLst/>
                <a:uLnTx/>
                <a:uFillTx/>
                <a:latin typeface="Microsoft JhengHei"/>
                <a:ea typeface="Microsoft JhengHei"/>
                <a:cs typeface="+mn-cs"/>
              </a:rPr>
              <a:t>甘特圖＋催辦草稿</a:t>
            </a:r>
            <a:endParaRPr kumimoji="0" lang="en-US" altLang="zh-TW"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核可後發送</a:t>
            </a:r>
            <a:r>
              <a:rPr kumimoji="0" lang="en-US" sz="1400" b="0" i="0" u="none" strike="noStrike" kern="1200" cap="none" spc="0" normalizeH="0" baseline="0" noProof="0" dirty="0" err="1">
                <a:ln>
                  <a:noFill/>
                </a:ln>
                <a:solidFill>
                  <a:srgbClr val="000000"/>
                </a:solidFill>
                <a:effectLst/>
                <a:uLnTx/>
                <a:uFillTx/>
                <a:latin typeface="Microsoft JhengHei"/>
                <a:ea typeface="Microsoft JhengHei"/>
                <a:cs typeface="+mn-cs"/>
              </a:rPr>
              <a:t>teams</a:t>
            </a:r>
            <a:r>
              <a:rPr kumimoji="0" lang="en-US" sz="1400" b="0" i="0" u="none" strike="noStrike" kern="1200" cap="none" spc="0" normalizeH="0" baseline="0" noProof="0" dirty="0">
                <a:ln>
                  <a:noFill/>
                </a:ln>
                <a:solidFill>
                  <a:srgbClr val="000000"/>
                </a:solidFill>
                <a:effectLst/>
                <a:uLnTx/>
                <a:uFillTx/>
                <a:latin typeface="Microsoft JhengHei"/>
                <a:ea typeface="Microsoft JhengHei"/>
                <a:cs typeface="+mn-cs"/>
              </a:rPr>
              <a:t>/outlook</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數據</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a:t>
            </a:r>
            <a:r>
              <a:rPr kumimoji="0" lang="zh-TW" altLang="en-US" sz="1400" b="0" i="0" u="none" strike="noStrike" kern="1200" cap="none" spc="0" normalizeH="0" baseline="0" noProof="0" dirty="0">
                <a:ln>
                  <a:noFill/>
                </a:ln>
                <a:solidFill>
                  <a:srgbClr val="000000"/>
                </a:solidFill>
                <a:effectLst/>
                <a:uLnTx/>
                <a:uFillTx/>
                <a:latin typeface="Microsoft JhengHei"/>
                <a:ea typeface="Microsoft JhengHei"/>
                <a:cs typeface="+mn-cs"/>
              </a:rPr>
              <a:t>數據</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摘要＋表格</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KPI</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：缺口警示與建議</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p:txBody>
      </p:sp>
      <p:sp>
        <p:nvSpPr>
          <p:cNvPr id="53" name="Google Shape;53;p1"/>
          <p:cNvSpPr/>
          <p:nvPr/>
        </p:nvSpPr>
        <p:spPr>
          <a:xfrm>
            <a:off x="1204709" y="2297591"/>
            <a:ext cx="2928245" cy="3810000"/>
          </a:xfrm>
          <a:prstGeom prst="rect">
            <a:avLst/>
          </a:prstGeom>
          <a:noFill/>
          <a:ln w="25400" cap="flat" cmpd="sng">
            <a:solidFill>
              <a:srgbClr val="C4382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FFFFFF"/>
              </a:solidFill>
              <a:effectLst/>
              <a:uLnTx/>
              <a:uFillTx/>
              <a:latin typeface="Arial"/>
              <a:ea typeface="Arial"/>
              <a:cs typeface="Arial"/>
              <a:sym typeface="Arial"/>
            </a:endParaRPr>
          </a:p>
        </p:txBody>
      </p:sp>
      <p:sp>
        <p:nvSpPr>
          <p:cNvPr id="54" name="Google Shape;54;p1"/>
          <p:cNvSpPr txBox="1"/>
          <p:nvPr/>
        </p:nvSpPr>
        <p:spPr>
          <a:xfrm>
            <a:off x="1204709" y="2297591"/>
            <a:ext cx="2928245" cy="375937"/>
          </a:xfrm>
          <a:prstGeom prst="rect">
            <a:avLst/>
          </a:prstGeom>
          <a:solidFill>
            <a:srgbClr val="C43826"/>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zh-TW" altLang="en-US"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rPr>
              <a:t>輸入</a:t>
            </a:r>
            <a:endParaRPr kumimoji="0" sz="1400" b="1" i="0" u="none" strike="noStrike" kern="0" cap="none" spc="0" normalizeH="0" baseline="0" noProof="0">
              <a:ln>
                <a:noFill/>
              </a:ln>
              <a:solidFill>
                <a:srgbClr val="000000"/>
              </a:solidFill>
              <a:effectLst/>
              <a:uLnTx/>
              <a:uFillTx/>
              <a:latin typeface="Microsoft JhengHei"/>
              <a:ea typeface="Microsoft JhengHei"/>
              <a:cs typeface="Microsoft JhengHei"/>
              <a:sym typeface="Microsoft JhengHei"/>
            </a:endParaRPr>
          </a:p>
        </p:txBody>
      </p:sp>
      <p:sp>
        <p:nvSpPr>
          <p:cNvPr id="55" name="Google Shape;55;p1"/>
          <p:cNvSpPr txBox="1"/>
          <p:nvPr/>
        </p:nvSpPr>
        <p:spPr>
          <a:xfrm>
            <a:off x="1204709" y="2835906"/>
            <a:ext cx="2928245" cy="2015896"/>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會議記錄</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：會議逐字稿／Teams</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會議記錄</a:t>
            </a:r>
            <a:endParaRPr kumimoji="0" sz="1400" b="0" i="0" u="none" strike="noStrike" kern="0" cap="none" spc="0" normalizeH="0" baseline="0" noProof="0" dirty="0">
              <a:ln>
                <a:noFill/>
              </a:ln>
              <a:solidFill>
                <a:srgbClr val="000000"/>
              </a:solidFill>
              <a:effectLst/>
              <a:uLnTx/>
              <a:uFillTx/>
              <a:latin typeface="Arial"/>
              <a:ea typeface="+mn-ea"/>
              <a:cs typeface="Arial"/>
              <a:sym typeface="Arial"/>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時程</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：Planner</a:t>
            </a:r>
            <a:r>
              <a:rPr kumimoji="0" sz="1400" b="0" i="0" u="none" strike="noStrike" kern="1200" cap="none" spc="0" normalizeH="0" baseline="0" noProof="0" dirty="0">
                <a:ln>
                  <a:noFill/>
                </a:ln>
                <a:solidFill>
                  <a:srgbClr val="000000"/>
                </a:solidFill>
                <a:effectLst/>
                <a:uLnTx/>
                <a:uFillTx/>
                <a:latin typeface="Microsoft JhengHei"/>
                <a:ea typeface="Microsoft JhengHei"/>
                <a:cs typeface="+mn-cs"/>
              </a:rPr>
              <a:t> </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任務</a:t>
            </a:r>
            <a:r>
              <a:rPr kumimoji="0" lang="zh-TW" altLang="en-US" sz="1400" b="0" i="0" u="none" strike="noStrike" kern="1200" cap="none" spc="0" normalizeH="0" baseline="0" noProof="0" dirty="0">
                <a:ln>
                  <a:noFill/>
                </a:ln>
                <a:solidFill>
                  <a:srgbClr val="000000"/>
                </a:solidFill>
                <a:effectLst/>
                <a:uLnTx/>
                <a:uFillTx/>
                <a:latin typeface="Microsoft JhengHei"/>
                <a:ea typeface="Microsoft JhengHei"/>
                <a:cs typeface="+mn-cs"/>
              </a:rPr>
              <a:t>、時程</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marL="0" marR="0" lvl="0" indent="0" algn="l" defTabSz="914400" rtl="0" eaLnBrk="1" fontAlgn="auto" latinLnBrk="0" hangingPunct="1">
              <a:lnSpc>
                <a:spcPct val="150000"/>
              </a:lnSpc>
              <a:spcBef>
                <a:spcPts val="0"/>
              </a:spcBef>
              <a:spcAft>
                <a:spcPts val="600"/>
              </a:spcAft>
              <a:buClr>
                <a:srgbClr val="000000"/>
              </a:buClr>
              <a:buSzTx/>
              <a:buFont typeface="Arial"/>
              <a:buNone/>
              <a:tabLst/>
              <a:defRPr/>
            </a:pPr>
            <a:r>
              <a:rPr kumimoji="0" sz="1400" b="1" i="0" u="none" strike="noStrike" kern="1200" cap="none" spc="0" normalizeH="0" baseline="0" noProof="0" dirty="0" err="1">
                <a:ln>
                  <a:noFill/>
                </a:ln>
                <a:solidFill>
                  <a:srgbClr val="000000"/>
                </a:solidFill>
                <a:effectLst/>
                <a:uLnTx/>
                <a:uFillTx/>
                <a:latin typeface="Microsoft JhengHei"/>
                <a:ea typeface="Microsoft JhengHei"/>
                <a:cs typeface="+mn-cs"/>
              </a:rPr>
              <a:t>數據</a:t>
            </a:r>
            <a:r>
              <a:rPr kumimoji="0" sz="1400" b="0" i="0" u="none" strike="noStrike" kern="1200" cap="none" spc="0" normalizeH="0" baseline="0" noProof="0" dirty="0" err="1">
                <a:ln>
                  <a:noFill/>
                </a:ln>
                <a:solidFill>
                  <a:srgbClr val="000000"/>
                </a:solidFill>
                <a:effectLst/>
                <a:uLnTx/>
                <a:uFillTx/>
                <a:latin typeface="Microsoft JhengHei"/>
                <a:ea typeface="Microsoft JhengHei"/>
                <a:cs typeface="+mn-cs"/>
              </a:rPr>
              <a:t>：CUBE／神策數據</a:t>
            </a:r>
            <a:endParaRPr kumimoji="0" sz="1400" b="0" i="0" u="none" strike="noStrike" kern="1200" cap="none" spc="0" normalizeH="0" baseline="0" noProof="0" dirty="0">
              <a:ln>
                <a:noFill/>
              </a:ln>
              <a:solidFill>
                <a:srgbClr val="000000"/>
              </a:solidFill>
              <a:effectLst/>
              <a:uLnTx/>
              <a:uFillTx/>
              <a:latin typeface="Microsoft JhengHei"/>
              <a:ea typeface="Microsoft JhengHei"/>
              <a:cs typeface="+mn-cs"/>
            </a:endParaRPr>
          </a:p>
          <a:p>
            <a:pPr lvl="0">
              <a:lnSpc>
                <a:spcPct val="150000"/>
              </a:lnSpc>
              <a:spcAft>
                <a:spcPts val="600"/>
              </a:spcAft>
              <a:buClr>
                <a:srgbClr val="000000"/>
              </a:buClr>
              <a:defRPr/>
            </a:pPr>
            <a:r>
              <a:rPr lang="en-US" altLang="zh-TW" sz="1400" b="1" dirty="0">
                <a:solidFill>
                  <a:srgbClr val="000000"/>
                </a:solidFill>
                <a:latin typeface="Microsoft JhengHei"/>
                <a:ea typeface="Microsoft JhengHei"/>
              </a:rPr>
              <a:t>KPI</a:t>
            </a:r>
            <a:r>
              <a:rPr lang="zh-TW" altLang="en-US" sz="1400" dirty="0">
                <a:solidFill>
                  <a:srgbClr val="000000"/>
                </a:solidFill>
                <a:latin typeface="Microsoft JhengHei"/>
                <a:ea typeface="Microsoft JhengHei"/>
              </a:rPr>
              <a:t>：</a:t>
            </a:r>
            <a:r>
              <a:rPr lang="en-US" altLang="zh-TW" sz="1400" dirty="0">
                <a:solidFill>
                  <a:srgbClr val="000000"/>
                </a:solidFill>
                <a:latin typeface="Microsoft JhengHei"/>
                <a:ea typeface="Microsoft JhengHei"/>
              </a:rPr>
              <a:t>KPI </a:t>
            </a:r>
            <a:r>
              <a:rPr lang="zh-TW" altLang="en-US" sz="1400" dirty="0">
                <a:solidFill>
                  <a:srgbClr val="000000"/>
                </a:solidFill>
                <a:latin typeface="Microsoft JhengHei"/>
                <a:ea typeface="Microsoft JhengHei"/>
              </a:rPr>
              <a:t>目標（</a:t>
            </a:r>
            <a:r>
              <a:rPr lang="en-US" altLang="zh-TW" sz="1400" dirty="0">
                <a:solidFill>
                  <a:srgbClr val="000000"/>
                </a:solidFill>
                <a:latin typeface="Microsoft JhengHei"/>
                <a:ea typeface="Microsoft JhengHei"/>
              </a:rPr>
              <a:t>SharePoint Excel</a:t>
            </a:r>
            <a:r>
              <a:rPr lang="zh-TW" altLang="en-US" sz="1400" dirty="0">
                <a:solidFill>
                  <a:srgbClr val="000000"/>
                </a:solidFill>
                <a:latin typeface="Microsoft JhengHei"/>
                <a:ea typeface="Microsoft JhengHei"/>
              </a:rPr>
              <a:t>）</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8" name="矩形: 圓角 7">
            <a:extLst>
              <a:ext uri="{FF2B5EF4-FFF2-40B4-BE49-F238E27FC236}">
                <a16:creationId xmlns:a16="http://schemas.microsoft.com/office/drawing/2014/main" id="{03584C9E-544C-1A9D-E66E-1496712C5394}"/>
              </a:ext>
            </a:extLst>
          </p:cNvPr>
          <p:cNvSpPr/>
          <p:nvPr/>
        </p:nvSpPr>
        <p:spPr>
          <a:xfrm>
            <a:off x="332096" y="2643116"/>
            <a:ext cx="6335404" cy="2456597"/>
          </a:xfrm>
          <a:prstGeom prst="roundRect">
            <a:avLst>
              <a:gd name="adj" fmla="val 944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800" b="0" i="0" u="none" strike="noStrike" kern="1200" cap="none" spc="0" normalizeH="0" baseline="0" noProof="0">
              <a:ln>
                <a:noFill/>
              </a:ln>
              <a:solidFill>
                <a:srgbClr val="FFFFFF"/>
              </a:solidFill>
              <a:effectLst/>
              <a:uLnTx/>
              <a:uFillTx/>
              <a:latin typeface="Arial"/>
              <a:ea typeface="新細明體" panose="02020500000000000000" pitchFamily="18" charset="-120"/>
              <a:cs typeface="+mn-cs"/>
            </a:endParaRPr>
          </a:p>
        </p:txBody>
      </p:sp>
      <p:sp>
        <p:nvSpPr>
          <p:cNvPr id="69" name="Google Shape;69;p7"/>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流程簡述</a:t>
            </a:r>
            <a:endParaRPr/>
          </a:p>
        </p:txBody>
      </p:sp>
      <p:sp>
        <p:nvSpPr>
          <p:cNvPr id="70" name="Google Shape;70;p7"/>
          <p:cNvSpPr txBox="1"/>
          <p:nvPr/>
        </p:nvSpPr>
        <p:spPr>
          <a:xfrm>
            <a:off x="365895" y="955131"/>
            <a:ext cx="7693150" cy="369332"/>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kumimoji="0" lang="en-US" altLang="zh-TW"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AI Agent </a:t>
            </a:r>
            <a:r>
              <a:rPr kumimoji="0" lang="zh-TW" altLang="en-US" sz="1800" b="1" i="0" u="none" strike="noStrike" kern="0" cap="none" spc="0" normalizeH="0" baseline="0" noProof="0">
                <a:ln>
                  <a:noFill/>
                </a:ln>
                <a:solidFill>
                  <a:srgbClr val="FF0000"/>
                </a:solidFill>
                <a:effectLst/>
                <a:uLnTx/>
                <a:uFillTx/>
                <a:latin typeface="Microsoft JhengHei"/>
                <a:ea typeface="Microsoft JhengHei"/>
                <a:cs typeface="Microsoft JhengHei"/>
                <a:sym typeface="Microsoft JhengHei"/>
              </a:rPr>
              <a:t>的整體架構，用文字詳述</a:t>
            </a:r>
            <a:endParaRPr kumimoji="0" sz="1400" b="0" i="0" u="none" strike="noStrike" kern="0" cap="none" spc="0" normalizeH="0" baseline="0" noProof="0">
              <a:ln>
                <a:noFill/>
              </a:ln>
              <a:solidFill>
                <a:srgbClr val="000000"/>
              </a:solidFill>
              <a:effectLst/>
              <a:uLnTx/>
              <a:uFillTx/>
              <a:latin typeface="Arial"/>
              <a:ea typeface="Arial"/>
              <a:cs typeface="Arial"/>
              <a:sym typeface="Arial"/>
            </a:endParaRPr>
          </a:p>
        </p:txBody>
      </p:sp>
      <p:sp>
        <p:nvSpPr>
          <p:cNvPr id="6" name="文字方塊 5">
            <a:extLst>
              <a:ext uri="{FF2B5EF4-FFF2-40B4-BE49-F238E27FC236}">
                <a16:creationId xmlns:a16="http://schemas.microsoft.com/office/drawing/2014/main" id="{DE799AA1-389D-9CF3-1660-129B50C70817}"/>
              </a:ext>
            </a:extLst>
          </p:cNvPr>
          <p:cNvSpPr txBox="1"/>
          <p:nvPr/>
        </p:nvSpPr>
        <p:spPr>
          <a:xfrm>
            <a:off x="368300" y="1524000"/>
            <a:ext cx="6299200" cy="369332"/>
          </a:xfrm>
          <a:prstGeom prst="rect">
            <a:avLst/>
          </a:prstGeom>
          <a:noFill/>
        </p:spPr>
        <p:txBody>
          <a:bodyPr vert="horz" wrap="square" lIns="50800" tIns="25400" rIns="50800" bIns="25400" rtlCol="0" anchor="t">
            <a:noAutofit/>
          </a:bodyPr>
          <a:lstStyle/>
          <a:p>
            <a:pPr marL="0" marR="0" lvl="0" indent="0" algn="l" defTabSz="914400" rtl="0" eaLnBrk="1" fontAlgn="auto" latinLnBrk="0" hangingPunct="1">
              <a:lnSpc>
                <a:spcPct val="128000"/>
              </a:lnSpc>
              <a:spcBef>
                <a:spcPts val="400"/>
              </a:spcBef>
              <a:spcAft>
                <a:spcPts val="0"/>
              </a:spcAft>
              <a:buClrTx/>
              <a:buSzTx/>
              <a:buFontTx/>
              <a:buNone/>
              <a:tabLst/>
              <a:defRPr/>
            </a:pPr>
            <a:r>
              <a:rPr kumimoji="0" lang="zh-TW" altLang="en-US" sz="1400" b="1" i="0" u="none" strike="noStrike" kern="1200" cap="none" spc="0" normalizeH="0" baseline="0" noProof="0" dirty="0">
                <a:ln>
                  <a:noFill/>
                </a:ln>
                <a:solidFill>
                  <a:srgbClr val="0F1827"/>
                </a:solidFill>
                <a:effectLst/>
                <a:uLnTx/>
                <a:uFillTx/>
                <a:latin typeface="Microsoft YaHei" panose="020B0503020204020204" pitchFamily="34" charset="-122"/>
                <a:ea typeface="Microsoft YaHei" panose="020B0503020204020204" pitchFamily="34" charset="-122"/>
                <a:cs typeface="+mn-cs"/>
              </a:rPr>
              <a:t>▌ </a:t>
            </a:r>
            <a:r>
              <a:rPr kumimoji="0" lang="en-US" altLang="zh-TW" sz="1400" b="1" i="0" u="none" strike="noStrike" kern="1200" cap="none" spc="0" normalizeH="0" baseline="0" noProof="0" dirty="0">
                <a:ln>
                  <a:noFill/>
                </a:ln>
                <a:solidFill>
                  <a:srgbClr val="0F1827"/>
                </a:solidFill>
                <a:effectLst/>
                <a:uLnTx/>
                <a:uFillTx/>
                <a:latin typeface="Microsoft YaHei" panose="020B0503020204020204" pitchFamily="34" charset="-122"/>
                <a:ea typeface="Microsoft YaHei" panose="020B0503020204020204" pitchFamily="34" charset="-122"/>
                <a:cs typeface="+mn-cs"/>
              </a:rPr>
              <a:t>1.</a:t>
            </a:r>
            <a:r>
              <a:rPr kumimoji="0" lang="zh-TW" altLang="en-US" sz="1400" b="1" i="0" u="none" strike="noStrike" kern="1200" cap="none" spc="0" normalizeH="0" baseline="0" noProof="0" dirty="0">
                <a:ln>
                  <a:noFill/>
                </a:ln>
                <a:solidFill>
                  <a:srgbClr val="0F1827"/>
                </a:solidFill>
                <a:effectLst/>
                <a:uLnTx/>
                <a:uFillTx/>
                <a:latin typeface="Microsoft YaHei" panose="020B0503020204020204" pitchFamily="34" charset="-122"/>
                <a:ea typeface="Microsoft YaHei" panose="020B0503020204020204" pitchFamily="34" charset="-122"/>
                <a:cs typeface="+mn-cs"/>
              </a:rPr>
              <a:t> 架構組成</a:t>
            </a: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AIPM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建在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Microsoft Copilot Studio</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Azure OpenAI</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）；主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Agent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依意圖分流給四個子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Agent</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，經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Power Automate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串接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Planner</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Teams</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SharePoint</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p>
          <a:p>
            <a:pPr marL="0" marR="0" lvl="0" indent="0" algn="l" defTabSz="914400" rtl="0" eaLnBrk="1" fontAlgn="auto" latinLnBrk="0" hangingPunct="1">
              <a:lnSpc>
                <a:spcPct val="128000"/>
              </a:lnSpc>
              <a:spcBef>
                <a:spcPts val="0"/>
              </a:spcBef>
              <a:spcAft>
                <a:spcPts val="0"/>
              </a:spcAft>
              <a:buClrTx/>
              <a:buSzTx/>
              <a:buFontTx/>
              <a:buNone/>
              <a:tabLst/>
              <a:defRPr/>
            </a:pPr>
            <a:endParaRPr kumimoji="0" lang="zh-TW" altLang="en-US" sz="6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endParaRPr>
          </a:p>
          <a:p>
            <a:pPr marL="0" marR="0" lvl="0" indent="0" algn="l" defTabSz="914400" rtl="0" eaLnBrk="1" fontAlgn="auto" latinLnBrk="0" hangingPunct="1">
              <a:lnSpc>
                <a:spcPct val="128000"/>
              </a:lnSpc>
              <a:spcBef>
                <a:spcPts val="1600"/>
              </a:spcBef>
              <a:spcAft>
                <a:spcPts val="0"/>
              </a:spcAft>
              <a:buClrTx/>
              <a:buSzTx/>
              <a:buFontTx/>
              <a:buNone/>
              <a:tabLst/>
              <a:defRPr/>
            </a:pPr>
            <a:r>
              <a:rPr kumimoji="0" lang="zh-TW" altLang="en-US"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主 </a:t>
            </a:r>
            <a:r>
              <a:rPr kumimoji="0" lang="en-US" altLang="zh-TW"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Agent</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｜判斷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PM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需求、意圖分流</a:t>
            </a:r>
          </a:p>
          <a:p>
            <a:pPr marL="0" marR="0" lvl="0" indent="0" algn="l" defTabSz="914400" rtl="0" eaLnBrk="1" fontAlgn="auto" latinLnBrk="0" hangingPunct="1">
              <a:lnSpc>
                <a:spcPct val="128000"/>
              </a:lnSpc>
              <a:spcBef>
                <a:spcPts val="1600"/>
              </a:spcBef>
              <a:spcAft>
                <a:spcPts val="0"/>
              </a:spcAft>
              <a:buClrTx/>
              <a:buSzTx/>
              <a:buFontTx/>
              <a:buNone/>
              <a:tabLst/>
              <a:defRPr/>
            </a:pPr>
            <a:r>
              <a:rPr kumimoji="0" lang="zh-TW" altLang="en-US"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會議記錄</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｜逐字稿 → 結論＋待辦 →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PM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確認 → </a:t>
            </a:r>
            <a:r>
              <a:rPr kumimoji="0" lang="en-US" altLang="zh-TW"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Planner </a:t>
            </a:r>
            <a:r>
              <a:rPr kumimoji="0" lang="en-US" altLang="zh-TW"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sym typeface="Wingdings" panose="05000000000000000000" pitchFamily="2" charset="2"/>
              </a:rPr>
              <a:t></a:t>
            </a:r>
            <a:r>
              <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sym typeface="Wingdings" panose="05000000000000000000" pitchFamily="2" charset="2"/>
              </a:rPr>
              <a:t>指派</a:t>
            </a:r>
            <a:r>
              <a:rPr lang="zh-TW" altLang="en-US" sz="1400" b="1" dirty="0">
                <a:solidFill>
                  <a:srgbClr val="C0504D"/>
                </a:solidFill>
                <a:latin typeface="Microsoft JhengHei" panose="020B0604030504040204" pitchFamily="34" charset="-120"/>
                <a:ea typeface="Microsoft JhengHei" panose="020B0604030504040204" pitchFamily="34" charset="-120"/>
                <a:sym typeface="Wingdings" panose="05000000000000000000" pitchFamily="2" charset="2"/>
              </a:rPr>
              <a:t>成員</a:t>
            </a:r>
            <a:endPar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endParaRPr>
          </a:p>
          <a:p>
            <a:pPr marL="0" marR="0" lvl="0" indent="0" algn="l" defTabSz="914400" rtl="0" eaLnBrk="1" fontAlgn="auto" latinLnBrk="0" hangingPunct="1">
              <a:lnSpc>
                <a:spcPct val="128000"/>
              </a:lnSpc>
              <a:spcBef>
                <a:spcPts val="1600"/>
              </a:spcBef>
              <a:spcAft>
                <a:spcPts val="0"/>
              </a:spcAft>
              <a:buClrTx/>
              <a:buSzTx/>
              <a:buFontTx/>
              <a:buNone/>
              <a:tabLst/>
              <a:defRPr/>
            </a:pPr>
            <a:r>
              <a:rPr kumimoji="0" lang="zh-TW" altLang="en-US"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時程</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｜掃逾期／到期 → </a:t>
            </a:r>
            <a:r>
              <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催辦草稿</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PM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確認後發）→ </a:t>
            </a:r>
            <a:r>
              <a:rPr kumimoji="0" lang="en-US" altLang="zh-TW"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Power BI </a:t>
            </a:r>
            <a:r>
              <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甘特圖</a:t>
            </a:r>
          </a:p>
          <a:p>
            <a:pPr marL="0" marR="0" lvl="0" indent="0" algn="l" defTabSz="914400" rtl="0" eaLnBrk="1" fontAlgn="auto" latinLnBrk="0" hangingPunct="1">
              <a:lnSpc>
                <a:spcPct val="128000"/>
              </a:lnSpc>
              <a:spcBef>
                <a:spcPts val="1600"/>
              </a:spcBef>
              <a:spcAft>
                <a:spcPts val="0"/>
              </a:spcAft>
              <a:buClrTx/>
              <a:buSzTx/>
              <a:buFontTx/>
              <a:buNone/>
              <a:tabLst/>
              <a:defRPr/>
            </a:pPr>
            <a:r>
              <a:rPr kumimoji="0" lang="zh-TW" altLang="en-US"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數據</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｜查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CUBE</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／神策提取需要數字→ </a:t>
            </a:r>
            <a:r>
              <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儀錶板摘要</a:t>
            </a:r>
          </a:p>
          <a:p>
            <a:pPr marL="0" marR="0" lvl="0" indent="0" algn="l" defTabSz="914400" rtl="0" eaLnBrk="1" fontAlgn="auto" latinLnBrk="0" hangingPunct="1">
              <a:lnSpc>
                <a:spcPct val="128000"/>
              </a:lnSpc>
              <a:spcBef>
                <a:spcPts val="1600"/>
              </a:spcBef>
              <a:spcAft>
                <a:spcPts val="0"/>
              </a:spcAft>
              <a:buClrTx/>
              <a:buSzTx/>
              <a:buFontTx/>
              <a:buNone/>
              <a:tabLst/>
              <a:defRPr/>
            </a:pPr>
            <a:r>
              <a:rPr kumimoji="0" lang="en-US" altLang="zh-TW" sz="1400" b="1"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KPI</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zh-TW" altLang="en-US" sz="1400" b="1" i="0" u="none" strike="noStrike" kern="1200" cap="none" spc="0" normalizeH="0" baseline="0" noProof="0" dirty="0">
                <a:ln>
                  <a:noFill/>
                </a:ln>
                <a:solidFill>
                  <a:srgbClr val="C0504D"/>
                </a:solidFill>
                <a:effectLst/>
                <a:uLnTx/>
                <a:uFillTx/>
                <a:latin typeface="Microsoft JhengHei" panose="020B0604030504040204" pitchFamily="34" charset="-120"/>
                <a:ea typeface="Microsoft JhengHei" panose="020B0604030504040204" pitchFamily="34" charset="-120"/>
                <a:cs typeface="+mn-cs"/>
              </a:rPr>
              <a:t>算節點達成率與缺口</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（純程式計算、建議標「參考」）</a:t>
            </a:r>
          </a:p>
        </p:txBody>
      </p:sp>
      <p:sp>
        <p:nvSpPr>
          <p:cNvPr id="7" name="文字方塊 6">
            <a:extLst>
              <a:ext uri="{FF2B5EF4-FFF2-40B4-BE49-F238E27FC236}">
                <a16:creationId xmlns:a16="http://schemas.microsoft.com/office/drawing/2014/main" id="{7C1EAB8D-5060-CFF2-DC40-CC447D8CA772}"/>
              </a:ext>
            </a:extLst>
          </p:cNvPr>
          <p:cNvSpPr txBox="1"/>
          <p:nvPr/>
        </p:nvSpPr>
        <p:spPr>
          <a:xfrm>
            <a:off x="6870700" y="1524000"/>
            <a:ext cx="4953000" cy="3810000"/>
          </a:xfrm>
          <a:prstGeom prst="rect">
            <a:avLst/>
          </a:prstGeom>
          <a:noFill/>
        </p:spPr>
        <p:txBody>
          <a:bodyPr vert="horz" wrap="square" lIns="50800" tIns="25400" rIns="50800" bIns="25400" rtlCol="0" anchor="t">
            <a:noAutofit/>
          </a:bodyPr>
          <a:lstStyle/>
          <a:p>
            <a:pPr>
              <a:lnSpc>
                <a:spcPct val="128000"/>
              </a:lnSpc>
              <a:spcBef>
                <a:spcPts val="400"/>
              </a:spcBef>
            </a:pPr>
            <a:r>
              <a:rPr lang="zh-TW" altLang="en-US" sz="1400" b="1" dirty="0">
                <a:solidFill>
                  <a:srgbClr val="0F1827"/>
                </a:solidFill>
                <a:latin typeface="Microsoft YaHei" panose="020B0503020204020204" pitchFamily="34" charset="-122"/>
                <a:ea typeface="Microsoft YaHei" panose="020B0503020204020204" pitchFamily="34" charset="-122"/>
              </a:rPr>
              <a:t>▌ </a:t>
            </a:r>
            <a:r>
              <a:rPr lang="en-US" altLang="zh-TW" sz="1400" b="1" dirty="0">
                <a:solidFill>
                  <a:srgbClr val="0F1827"/>
                </a:solidFill>
                <a:latin typeface="Microsoft YaHei" panose="020B0503020204020204" pitchFamily="34" charset="-122"/>
                <a:ea typeface="Microsoft YaHei" panose="020B0503020204020204" pitchFamily="34" charset="-122"/>
              </a:rPr>
              <a:t>2.</a:t>
            </a:r>
            <a:r>
              <a:rPr lang="zh-TW" altLang="en-US" sz="1400" b="1" dirty="0">
                <a:solidFill>
                  <a:srgbClr val="0F1827"/>
                </a:solidFill>
                <a:latin typeface="Microsoft YaHei" panose="020B0503020204020204" pitchFamily="34" charset="-122"/>
                <a:ea typeface="Microsoft YaHei" panose="020B0503020204020204" pitchFamily="34" charset="-122"/>
              </a:rPr>
              <a:t> 協作工作流</a:t>
            </a: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共用資料層＝</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Planner</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SharePoint</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endPar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endParaRP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會議記錄開單 → 時程接手追蹤 →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KPI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算達成率</a:t>
            </a:r>
          </a:p>
          <a:p>
            <a:pPr marL="0" marR="0" lvl="0" indent="0" algn="l" defTabSz="914400" rtl="0" eaLnBrk="1" fontAlgn="auto" latinLnBrk="0" hangingPunct="1">
              <a:lnSpc>
                <a:spcPct val="128000"/>
              </a:lnSpc>
              <a:spcBef>
                <a:spcPts val="0"/>
              </a:spcBef>
              <a:spcAft>
                <a:spcPts val="0"/>
              </a:spcAft>
              <a:buClrTx/>
              <a:buSzTx/>
              <a:buFontTx/>
              <a:buNone/>
              <a:tabLst/>
              <a:defRPr/>
            </a:pPr>
            <a:endParaRPr kumimoji="0" lang="zh-TW" altLang="en-US" sz="6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endParaRPr>
          </a:p>
          <a:p>
            <a:pPr>
              <a:lnSpc>
                <a:spcPct val="128000"/>
              </a:lnSpc>
              <a:spcBef>
                <a:spcPts val="400"/>
              </a:spcBef>
            </a:pPr>
            <a:r>
              <a:rPr lang="zh-TW" altLang="en-US" sz="1400" b="1" dirty="0">
                <a:solidFill>
                  <a:srgbClr val="0F1827"/>
                </a:solidFill>
                <a:latin typeface="Microsoft YaHei" panose="020B0503020204020204" pitchFamily="34" charset="-122"/>
                <a:ea typeface="Microsoft YaHei" panose="020B0503020204020204" pitchFamily="34" charset="-122"/>
              </a:rPr>
              <a:t>▌ </a:t>
            </a:r>
            <a:r>
              <a:rPr lang="en-US" altLang="zh-TW" sz="1400" b="1" dirty="0">
                <a:solidFill>
                  <a:srgbClr val="0F1827"/>
                </a:solidFill>
                <a:latin typeface="Microsoft YaHei" panose="020B0503020204020204" pitchFamily="34" charset="-122"/>
                <a:ea typeface="Microsoft YaHei" panose="020B0503020204020204" pitchFamily="34" charset="-122"/>
              </a:rPr>
              <a:t>3.</a:t>
            </a:r>
            <a:r>
              <a:rPr lang="zh-TW" altLang="en-US" sz="1400" b="1" dirty="0">
                <a:solidFill>
                  <a:srgbClr val="0F1827"/>
                </a:solidFill>
                <a:latin typeface="Microsoft YaHei" panose="020B0503020204020204" pitchFamily="34" charset="-122"/>
                <a:ea typeface="Microsoft YaHei" panose="020B0503020204020204" pitchFamily="34" charset="-122"/>
              </a:rPr>
              <a:t> 安全設計</a:t>
            </a: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寫入／外送一律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PM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確認、全程稽核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Log</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；資料存於 </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Microsoft Cloud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信任邊界、不用於模型訓練</a:t>
            </a:r>
          </a:p>
          <a:p>
            <a:pPr marL="0" marR="0" lvl="0" indent="0" algn="l" defTabSz="914400" rtl="0" eaLnBrk="1" fontAlgn="auto" latinLnBrk="0" hangingPunct="1">
              <a:lnSpc>
                <a:spcPct val="128000"/>
              </a:lnSpc>
              <a:spcBef>
                <a:spcPts val="0"/>
              </a:spcBef>
              <a:spcAft>
                <a:spcPts val="0"/>
              </a:spcAft>
              <a:buClrTx/>
              <a:buSzTx/>
              <a:buFontTx/>
              <a:buNone/>
              <a:tabLst/>
              <a:defRPr/>
            </a:pPr>
            <a:endParaRPr kumimoji="0" lang="zh-TW" altLang="en-US" sz="6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endParaRPr>
          </a:p>
          <a:p>
            <a:pPr marR="0" lvl="0" indent="0" fontAlgn="auto">
              <a:lnSpc>
                <a:spcPct val="128000"/>
              </a:lnSpc>
              <a:spcBef>
                <a:spcPts val="400"/>
              </a:spcBef>
              <a:spcAft>
                <a:spcPts val="0"/>
              </a:spcAft>
              <a:buClrTx/>
              <a:buSzTx/>
              <a:buFontTx/>
              <a:buNone/>
              <a:tabLst/>
              <a:defRPr/>
            </a:pPr>
            <a:r>
              <a:rPr lang="zh-TW" altLang="en-US" sz="1400" b="1" dirty="0">
                <a:solidFill>
                  <a:srgbClr val="0F1827"/>
                </a:solidFill>
                <a:latin typeface="Microsoft YaHei" panose="020B0503020204020204" pitchFamily="34" charset="-122"/>
                <a:ea typeface="Microsoft YaHei" panose="020B0503020204020204" pitchFamily="34" charset="-122"/>
              </a:rPr>
              <a:t>▌ </a:t>
            </a:r>
            <a:r>
              <a:rPr lang="en-US" altLang="zh-TW" sz="1400" b="1" dirty="0">
                <a:solidFill>
                  <a:srgbClr val="0F1827"/>
                </a:solidFill>
                <a:latin typeface="Microsoft YaHei" panose="020B0503020204020204" pitchFamily="34" charset="-122"/>
                <a:ea typeface="Microsoft YaHei" panose="020B0503020204020204" pitchFamily="34" charset="-122"/>
              </a:rPr>
              <a:t>4.</a:t>
            </a:r>
            <a:r>
              <a:rPr lang="zh-TW" altLang="en-US" sz="1400" b="1" dirty="0">
                <a:solidFill>
                  <a:srgbClr val="0F1827"/>
                </a:solidFill>
                <a:latin typeface="Microsoft YaHei" panose="020B0503020204020204" pitchFamily="34" charset="-122"/>
                <a:ea typeface="Microsoft YaHei" panose="020B0503020204020204" pitchFamily="34" charset="-122"/>
              </a:rPr>
              <a:t> 落地規劃</a:t>
            </a: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Phase 1</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（零基建、</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1–2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週可完成）：會議記錄＋時程</a:t>
            </a:r>
          </a:p>
          <a:p>
            <a:pPr marL="0" marR="0" lvl="0" indent="0" algn="l" defTabSz="914400" rtl="0" eaLnBrk="1" fontAlgn="auto" latinLnBrk="0" hangingPunct="1">
              <a:lnSpc>
                <a:spcPct val="128000"/>
              </a:lnSpc>
              <a:spcBef>
                <a:spcPts val="400"/>
              </a:spcBef>
              <a:spcAft>
                <a:spcPts val="0"/>
              </a:spcAft>
              <a:buClrTx/>
              <a:buSzTx/>
              <a:buFontTx/>
              <a:buNone/>
              <a:tabLst/>
              <a:defRPr/>
            </a:pP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Phase 2</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gateway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到位）：數據＋</a:t>
            </a:r>
            <a:r>
              <a:rPr kumimoji="0" lang="en-US" altLang="zh-TW"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KPI </a:t>
            </a:r>
            <a:r>
              <a:rPr kumimoji="0" lang="zh-TW" altLang="en-US" sz="1400" b="0" i="0" u="none" strike="noStrike" kern="1200" cap="none" spc="0" normalizeH="0" baseline="0" noProof="0" dirty="0">
                <a:ln>
                  <a:noFill/>
                </a:ln>
                <a:solidFill>
                  <a:srgbClr val="000000"/>
                </a:solidFill>
                <a:effectLst/>
                <a:uLnTx/>
                <a:uFillTx/>
                <a:latin typeface="Microsoft JhengHei" panose="020B0604030504040204" pitchFamily="34" charset="-120"/>
                <a:ea typeface="Microsoft JhengHei" panose="020B0604030504040204" pitchFamily="34" charset="-120"/>
                <a:cs typeface="+mn-cs"/>
              </a:rPr>
              <a:t>業務層</a:t>
            </a: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8"/>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流程示意圖</a:t>
            </a:r>
            <a:endParaRPr/>
          </a:p>
        </p:txBody>
      </p:sp>
      <p:pic>
        <p:nvPicPr>
          <p:cNvPr id="4" name="圖片 3">
            <a:extLst>
              <a:ext uri="{FF2B5EF4-FFF2-40B4-BE49-F238E27FC236}">
                <a16:creationId xmlns:a16="http://schemas.microsoft.com/office/drawing/2014/main" id="{A5138597-CC39-3990-525C-B741A4109C5C}"/>
              </a:ext>
            </a:extLst>
          </p:cNvPr>
          <p:cNvPicPr>
            <a:picLocks noChangeAspect="1"/>
          </p:cNvPicPr>
          <p:nvPr/>
        </p:nvPicPr>
        <p:blipFill>
          <a:blip r:embed="rId3">
            <a:extLst>
              <a:ext uri="{28A0092B-C50C-407E-A947-70E740481C1C}">
                <a14:useLocalDpi xmlns:a14="http://schemas.microsoft.com/office/drawing/2010/main" val="0"/>
              </a:ext>
            </a:extLst>
          </a:blip>
          <a:srcRect l="523" t="8755" r="558" b="1426"/>
          <a:stretch>
            <a:fillRect/>
          </a:stretch>
        </p:blipFill>
        <p:spPr>
          <a:xfrm>
            <a:off x="502693" y="857431"/>
            <a:ext cx="11043313" cy="5640381"/>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g3e9888fc26a_0_5"/>
          <p:cNvSpPr txBox="1">
            <a:spLocks noGrp="1"/>
          </p:cNvSpPr>
          <p:nvPr>
            <p:ph type="title"/>
          </p:nvPr>
        </p:nvSpPr>
        <p:spPr>
          <a:xfrm>
            <a:off x="365895" y="150922"/>
            <a:ext cx="11342700" cy="635100"/>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預期效益</a:t>
            </a:r>
            <a:endParaRPr/>
          </a:p>
        </p:txBody>
      </p:sp>
      <p:sp>
        <p:nvSpPr>
          <p:cNvPr id="85" name="Google Shape;85;g3e9888fc26a_0_5"/>
          <p:cNvSpPr txBox="1"/>
          <p:nvPr/>
        </p:nvSpPr>
        <p:spPr>
          <a:xfrm>
            <a:off x="365895" y="955131"/>
            <a:ext cx="7693200" cy="400069"/>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lang="zh-TW" altLang="en-US" sz="2000" b="1" kern="0" dirty="0">
                <a:solidFill>
                  <a:srgbClr val="000000"/>
                </a:solidFill>
                <a:latin typeface="Microsoft YaHei" panose="020B0503020204020204" pitchFamily="34" charset="-122"/>
                <a:ea typeface="Microsoft YaHei" panose="020B0503020204020204" pitchFamily="34" charset="-122"/>
              </a:rPr>
              <a:t>量化效益</a:t>
            </a:r>
            <a:endParaRPr sz="2000" b="1" kern="0" dirty="0">
              <a:solidFill>
                <a:srgbClr val="000000"/>
              </a:solidFill>
              <a:latin typeface="Microsoft YaHei" panose="020B0503020204020204" pitchFamily="34" charset="-122"/>
              <a:ea typeface="Microsoft YaHei" panose="020B0503020204020204" pitchFamily="34" charset="-122"/>
              <a:sym typeface="Arial"/>
            </a:endParaRPr>
          </a:p>
        </p:txBody>
      </p:sp>
      <p:sp>
        <p:nvSpPr>
          <p:cNvPr id="86" name="Google Shape;86;g3e9888fc26a_0_5"/>
          <p:cNvSpPr txBox="1"/>
          <p:nvPr/>
        </p:nvSpPr>
        <p:spPr>
          <a:xfrm>
            <a:off x="368300" y="4555958"/>
            <a:ext cx="11455400" cy="1895642"/>
          </a:xfrm>
          <a:prstGeom prst="rect">
            <a:avLst/>
          </a:prstGeom>
          <a:noFill/>
          <a:ln>
            <a:noFill/>
          </a:ln>
        </p:spPr>
        <p:txBody>
          <a:bodyPr spcFirstLastPara="1" wrap="square" lIns="360000" tIns="180000" rIns="360000" bIns="45700" anchor="t" anchorCtr="0">
            <a:noAutofit/>
          </a:bodyPr>
          <a:lstStyle/>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品質控管：逾期、漏派、漏催變少，重要待辦與 KPI 缺口不漏接</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效率提升：會議整理、催辦、查數、算缺口由人工改為「PM 確認為主」，大幅省時</a:t>
            </a: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a:t>
            </a:r>
            <a:r>
              <a:rPr kumimoji="0" lang="en-US" altLang="zh-TW" sz="1300" b="0" i="0" u="none" strike="noStrike" kern="0" cap="none" spc="0" normalizeH="0" baseline="0" noProof="0" dirty="0" err="1">
                <a:ln>
                  <a:noFill/>
                </a:ln>
                <a:solidFill>
                  <a:srgbClr val="000000"/>
                </a:solidFill>
                <a:effectLst/>
                <a:uLnTx/>
                <a:uFillTx/>
                <a:latin typeface="Microsoft JhengHei"/>
                <a:ea typeface="Microsoft JhengHei"/>
                <a:cs typeface="Microsoft JhengHei"/>
                <a:sym typeface="Microsoft JhengHei"/>
              </a:rPr>
              <a:t>法遵／稽核：決策、派單、查詢全程留痕可回溯</a:t>
            </a: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資料存於公司雲端</a:t>
            </a: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a:t>
            </a:r>
            <a:r>
              <a:rPr kumimoji="0" lang="zh-TW" altLang="en-US"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符合資安</a:t>
            </a:r>
            <a:r>
              <a:rPr kumimoji="0" lang="en-US" altLang="zh-TW" sz="1300" b="0" i="0" u="none" strike="noStrike" kern="0" cap="none" spc="0" normalizeH="0" baseline="0" noProof="0" dirty="0" err="1">
                <a:ln>
                  <a:noFill/>
                </a:ln>
                <a:solidFill>
                  <a:srgbClr val="000000"/>
                </a:solidFill>
                <a:effectLst/>
                <a:uLnTx/>
                <a:uFillTx/>
                <a:latin typeface="Microsoft JhengHei"/>
                <a:ea typeface="Microsoft JhengHei"/>
                <a:cs typeface="Microsoft JhengHei"/>
                <a:sym typeface="Microsoft JhengHei"/>
              </a:rPr>
              <a:t>要求</a:t>
            </a:r>
            <a:endPar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a:t>
            </a:r>
            <a:r>
              <a:rPr kumimoji="0" lang="en-US" altLang="zh-TW" sz="1300" b="0" i="0" u="none" strike="noStrike" kern="0" cap="none" spc="0" normalizeH="0" baseline="0" noProof="0" dirty="0" err="1">
                <a:ln>
                  <a:noFill/>
                </a:ln>
                <a:solidFill>
                  <a:srgbClr val="000000"/>
                </a:solidFill>
                <a:effectLst/>
                <a:uLnTx/>
                <a:uFillTx/>
                <a:latin typeface="Microsoft JhengHei"/>
                <a:ea typeface="Microsoft JhengHei"/>
                <a:cs typeface="Microsoft JhengHei"/>
                <a:sym typeface="Microsoft JhengHei"/>
              </a:rPr>
              <a:t>可規模化：一次建置、多專案共用</a:t>
            </a:r>
            <a:endPar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a:p>
            <a:pPr marL="0" marR="0" lvl="0" indent="0" algn="l" defTabSz="914400" rtl="0" eaLnBrk="1" fontAlgn="auto" latinLnBrk="0" hangingPunct="1">
              <a:lnSpc>
                <a:spcPct val="150000"/>
              </a:lnSpc>
              <a:spcBef>
                <a:spcPts val="0"/>
              </a:spcBef>
              <a:spcAft>
                <a:spcPts val="0"/>
              </a:spcAft>
              <a:buClr>
                <a:srgbClr val="000000"/>
              </a:buClr>
              <a:buSzPts val="1400"/>
              <a:buFont typeface="Arial"/>
              <a:buNone/>
              <a:tabLst/>
              <a:defRPr/>
            </a:pPr>
            <a:r>
              <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rPr>
              <a:t>• </a:t>
            </a:r>
            <a:r>
              <a:rPr kumimoji="0" lang="en-US" altLang="zh-TW" sz="1300" b="0" i="0" u="none" strike="noStrike" kern="0" cap="none" spc="0" normalizeH="0" baseline="0" noProof="0" dirty="0" err="1">
                <a:ln>
                  <a:noFill/>
                </a:ln>
                <a:solidFill>
                  <a:srgbClr val="000000"/>
                </a:solidFill>
                <a:effectLst/>
                <a:uLnTx/>
                <a:uFillTx/>
                <a:latin typeface="Microsoft JhengHei"/>
                <a:ea typeface="Microsoft JhengHei"/>
                <a:cs typeface="Microsoft JhengHei"/>
                <a:sym typeface="Microsoft JhengHei"/>
              </a:rPr>
              <a:t>風險預防：關鍵事項不漏辦、數據口徑受控，降低因疏失造成的損失</a:t>
            </a:r>
            <a:endParaRPr kumimoji="0" lang="en-US" altLang="zh-TW" sz="1300" b="0" i="0" u="none" strike="noStrike" kern="0" cap="none" spc="0" normalizeH="0" baseline="0" noProof="0" dirty="0">
              <a:ln>
                <a:noFill/>
              </a:ln>
              <a:solidFill>
                <a:srgbClr val="000000"/>
              </a:solidFill>
              <a:effectLst/>
              <a:uLnTx/>
              <a:uFillTx/>
              <a:latin typeface="Microsoft JhengHei"/>
              <a:ea typeface="Microsoft JhengHei"/>
              <a:cs typeface="Microsoft JhengHei"/>
              <a:sym typeface="Microsoft JhengHei"/>
            </a:endParaRPr>
          </a:p>
        </p:txBody>
      </p:sp>
      <p:graphicFrame>
        <p:nvGraphicFramePr>
          <p:cNvPr id="2" name="表格 1">
            <a:extLst>
              <a:ext uri="{FF2B5EF4-FFF2-40B4-BE49-F238E27FC236}">
                <a16:creationId xmlns:a16="http://schemas.microsoft.com/office/drawing/2014/main" id="{3E0355A8-9D93-E87D-80AD-AF4B413A3B53}"/>
              </a:ext>
            </a:extLst>
          </p:cNvPr>
          <p:cNvGraphicFramePr>
            <a:graphicFrameLocks noGrp="1"/>
          </p:cNvGraphicFramePr>
          <p:nvPr>
            <p:extLst>
              <p:ext uri="{D42A27DB-BD31-4B8C-83A1-F6EECF244321}">
                <p14:modId xmlns:p14="http://schemas.microsoft.com/office/powerpoint/2010/main" val="2263633523"/>
              </p:ext>
            </p:extLst>
          </p:nvPr>
        </p:nvGraphicFramePr>
        <p:xfrm>
          <a:off x="368300" y="1371600"/>
          <a:ext cx="11455400" cy="2057400"/>
        </p:xfrm>
        <a:graphic>
          <a:graphicData uri="http://schemas.openxmlformats.org/drawingml/2006/table">
            <a:tbl>
              <a:tblPr>
                <a:tableStyleId>{5C22544A-7EE6-4342-B048-85BDC9FD1C3A}</a:tableStyleId>
              </a:tblPr>
              <a:tblGrid>
                <a:gridCol w="3175000">
                  <a:extLst>
                    <a:ext uri="{9D8B030D-6E8A-4147-A177-3AD203B41FA5}">
                      <a16:colId xmlns:a16="http://schemas.microsoft.com/office/drawing/2014/main" val="2292066143"/>
                    </a:ext>
                  </a:extLst>
                </a:gridCol>
                <a:gridCol w="1905000">
                  <a:extLst>
                    <a:ext uri="{9D8B030D-6E8A-4147-A177-3AD203B41FA5}">
                      <a16:colId xmlns:a16="http://schemas.microsoft.com/office/drawing/2014/main" val="3415940792"/>
                    </a:ext>
                  </a:extLst>
                </a:gridCol>
                <a:gridCol w="1905000">
                  <a:extLst>
                    <a:ext uri="{9D8B030D-6E8A-4147-A177-3AD203B41FA5}">
                      <a16:colId xmlns:a16="http://schemas.microsoft.com/office/drawing/2014/main" val="1566066609"/>
                    </a:ext>
                  </a:extLst>
                </a:gridCol>
                <a:gridCol w="2260600">
                  <a:extLst>
                    <a:ext uri="{9D8B030D-6E8A-4147-A177-3AD203B41FA5}">
                      <a16:colId xmlns:a16="http://schemas.microsoft.com/office/drawing/2014/main" val="3417087923"/>
                    </a:ext>
                  </a:extLst>
                </a:gridCol>
                <a:gridCol w="2209800">
                  <a:extLst>
                    <a:ext uri="{9D8B030D-6E8A-4147-A177-3AD203B41FA5}">
                      <a16:colId xmlns:a16="http://schemas.microsoft.com/office/drawing/2014/main" val="2066184170"/>
                    </a:ext>
                  </a:extLst>
                </a:gridCol>
              </a:tblGrid>
              <a:tr h="342900">
                <a:tc>
                  <a:txBody>
                    <a:bodyPr/>
                    <a:lstStyle/>
                    <a:p>
                      <a:pPr algn="l"/>
                      <a:r>
                        <a:rPr lang="zh-TW" altLang="en-US" sz="1200" b="1" dirty="0">
                          <a:solidFill>
                            <a:srgbClr val="FFFFFF"/>
                          </a:solidFill>
                          <a:latin typeface="Microsoft JhengHei" panose="020B0604030504040204" pitchFamily="34" charset="-120"/>
                          <a:ea typeface="Microsoft JhengHei" panose="020B0604030504040204" pitchFamily="34" charset="-120"/>
                        </a:rPr>
                        <a:t>任務（</a:t>
                      </a:r>
                      <a:r>
                        <a:rPr lang="en-US" altLang="zh-TW" sz="1200" b="1" dirty="0">
                          <a:solidFill>
                            <a:srgbClr val="FFFFFF"/>
                          </a:solidFill>
                          <a:latin typeface="Microsoft JhengHei" panose="020B0604030504040204" pitchFamily="34" charset="-120"/>
                          <a:ea typeface="Microsoft JhengHei" panose="020B0604030504040204" pitchFamily="34" charset="-120"/>
                        </a:rPr>
                        <a:t>Agent</a:t>
                      </a:r>
                      <a:r>
                        <a:rPr lang="zh-TW" altLang="en-US" sz="1200" b="1" dirty="0">
                          <a:solidFill>
                            <a:srgbClr val="FFFFFF"/>
                          </a:solidFill>
                          <a:latin typeface="Microsoft JhengHei" panose="020B0604030504040204" pitchFamily="34" charset="-120"/>
                          <a:ea typeface="Microsoft JhengHei" panose="020B0604030504040204" pitchFamily="34" charset="-120"/>
                        </a:rPr>
                        <a:t>）</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頻率（次</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年）</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原本（分</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次）</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透過 </a:t>
                      </a:r>
                      <a:r>
                        <a:rPr lang="en-US" altLang="zh-TW" sz="1200" b="1">
                          <a:solidFill>
                            <a:srgbClr val="FFFFFF"/>
                          </a:solidFill>
                          <a:latin typeface="Microsoft JhengHei" panose="020B0604030504040204" pitchFamily="34" charset="-120"/>
                          <a:ea typeface="Microsoft JhengHei" panose="020B0604030504040204" pitchFamily="34" charset="-120"/>
                        </a:rPr>
                        <a:t>Agent</a:t>
                      </a:r>
                      <a:r>
                        <a:rPr lang="zh-TW" altLang="en-US" sz="1200" b="1">
                          <a:solidFill>
                            <a:srgbClr val="FFFFFF"/>
                          </a:solidFill>
                          <a:latin typeface="Microsoft JhengHei" panose="020B0604030504040204" pitchFamily="34" charset="-120"/>
                          <a:ea typeface="Microsoft JhengHei" panose="020B0604030504040204" pitchFamily="34" charset="-120"/>
                        </a:rPr>
                        <a:t>（分</a:t>
                      </a:r>
                      <a:r>
                        <a:rPr lang="en-US" altLang="zh-TW" sz="1200" b="1">
                          <a:solidFill>
                            <a:srgbClr val="FFFFFF"/>
                          </a:solidFill>
                          <a:latin typeface="Microsoft JhengHei" panose="020B0604030504040204" pitchFamily="34" charset="-120"/>
                          <a:ea typeface="Microsoft JhengHei" panose="020B0604030504040204" pitchFamily="34" charset="-120"/>
                        </a:rPr>
                        <a:t>/</a:t>
                      </a:r>
                      <a:r>
                        <a:rPr lang="zh-TW" altLang="en-US" sz="1200" b="1">
                          <a:solidFill>
                            <a:srgbClr val="FFFFFF"/>
                          </a:solidFill>
                          <a:latin typeface="Microsoft JhengHei" panose="020B0604030504040204" pitchFamily="34" charset="-120"/>
                          <a:ea typeface="Microsoft JhengHei" panose="020B0604030504040204" pitchFamily="34" charset="-120"/>
                        </a:rPr>
                        <a:t>次）</a:t>
                      </a:r>
                    </a:p>
                  </a:txBody>
                  <a:tcPr anchor="ctr">
                    <a:solidFill>
                      <a:srgbClr val="CC492B"/>
                    </a:solidFill>
                  </a:tcPr>
                </a:tc>
                <a:tc>
                  <a:txBody>
                    <a:bodyPr/>
                    <a:lstStyle/>
                    <a:p>
                      <a:pPr algn="ctr"/>
                      <a:r>
                        <a:rPr lang="zh-TW" altLang="en-US" sz="1200" b="1">
                          <a:solidFill>
                            <a:srgbClr val="FFFFFF"/>
                          </a:solidFill>
                          <a:latin typeface="Microsoft JhengHei" panose="020B0604030504040204" pitchFamily="34" charset="-120"/>
                          <a:ea typeface="Microsoft JhengHei" panose="020B0604030504040204" pitchFamily="34" charset="-120"/>
                        </a:rPr>
                        <a:t>年省工時</a:t>
                      </a:r>
                    </a:p>
                  </a:txBody>
                  <a:tcPr anchor="ctr">
                    <a:solidFill>
                      <a:srgbClr val="CC492B"/>
                    </a:solidFill>
                  </a:tcPr>
                </a:tc>
                <a:extLst>
                  <a:ext uri="{0D108BD9-81ED-4DB2-BD59-A6C34878D82A}">
                    <a16:rowId xmlns:a16="http://schemas.microsoft.com/office/drawing/2014/main" val="1345542854"/>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會議記錄｜結論待辦整理</a:t>
                      </a: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100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10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2</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dirty="0">
                          <a:solidFill>
                            <a:srgbClr val="000000"/>
                          </a:solidFill>
                          <a:latin typeface="Microsoft JhengHei" panose="020B0604030504040204" pitchFamily="34" charset="-120"/>
                          <a:ea typeface="Microsoft JhengHei" panose="020B0604030504040204" pitchFamily="34" charset="-120"/>
                        </a:rPr>
                        <a:t>約 </a:t>
                      </a:r>
                      <a:r>
                        <a:rPr lang="en-US" altLang="zh-TW" sz="1200" b="1" dirty="0">
                          <a:solidFill>
                            <a:srgbClr val="000000"/>
                          </a:solidFill>
                          <a:latin typeface="Microsoft JhengHei" panose="020B0604030504040204" pitchFamily="34" charset="-120"/>
                          <a:ea typeface="Microsoft JhengHei" panose="020B0604030504040204" pitchFamily="34" charset="-120"/>
                        </a:rPr>
                        <a:t>13 </a:t>
                      </a:r>
                      <a:r>
                        <a:rPr lang="zh-TW" altLang="en-US" sz="1200" b="1" dirty="0">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266531253"/>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時程｜逾期掃描催辦</a:t>
                      </a: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250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10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dirty="0">
                          <a:solidFill>
                            <a:srgbClr val="000000"/>
                          </a:solidFill>
                          <a:latin typeface="Microsoft JhengHei" panose="020B0604030504040204" pitchFamily="34" charset="-120"/>
                          <a:ea typeface="Microsoft JhengHei" panose="020B0604030504040204" pitchFamily="34" charset="-120"/>
                        </a:rPr>
                        <a:t>約 </a:t>
                      </a:r>
                      <a:r>
                        <a:rPr lang="en-US" altLang="zh-TW" sz="1200" b="1" dirty="0">
                          <a:solidFill>
                            <a:srgbClr val="000000"/>
                          </a:solidFill>
                          <a:latin typeface="Microsoft JhengHei" panose="020B0604030504040204" pitchFamily="34" charset="-120"/>
                          <a:ea typeface="Microsoft JhengHei" panose="020B0604030504040204" pitchFamily="34" charset="-120"/>
                        </a:rPr>
                        <a:t>41 </a:t>
                      </a:r>
                      <a:r>
                        <a:rPr lang="zh-TW" altLang="en-US" sz="1200" b="1" dirty="0">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39300170"/>
                  </a:ext>
                </a:extLst>
              </a:tr>
              <a:tr h="342900">
                <a:tc>
                  <a:txBody>
                    <a:bodyPr/>
                    <a:lstStyle/>
                    <a:p>
                      <a:pPr algn="l"/>
                      <a:r>
                        <a:rPr lang="zh-TW" altLang="en-US" sz="1200">
                          <a:solidFill>
                            <a:srgbClr val="000000"/>
                          </a:solidFill>
                          <a:latin typeface="Microsoft JhengHei" panose="020B0604030504040204" pitchFamily="34" charset="-120"/>
                          <a:ea typeface="Microsoft JhengHei" panose="020B0604030504040204" pitchFamily="34" charset="-120"/>
                        </a:rPr>
                        <a:t>數據｜</a:t>
                      </a:r>
                      <a:r>
                        <a:rPr lang="en-US" altLang="zh-TW" sz="1200">
                          <a:solidFill>
                            <a:srgbClr val="000000"/>
                          </a:solidFill>
                          <a:latin typeface="Microsoft JhengHei" panose="020B0604030504040204" pitchFamily="34" charset="-120"/>
                          <a:ea typeface="Microsoft JhengHei" panose="020B0604030504040204" pitchFamily="34" charset="-120"/>
                        </a:rPr>
                        <a:t>CUBE</a:t>
                      </a:r>
                      <a:r>
                        <a:rPr lang="zh-TW" altLang="en-US" sz="1200">
                          <a:solidFill>
                            <a:srgbClr val="000000"/>
                          </a:solidFill>
                          <a:latin typeface="Microsoft JhengHei" panose="020B0604030504040204" pitchFamily="34" charset="-120"/>
                          <a:ea typeface="Microsoft JhengHei" panose="020B0604030504040204" pitchFamily="34" charset="-120"/>
                        </a:rPr>
                        <a:t>／神策查詢（</a:t>
                      </a:r>
                      <a:r>
                        <a:rPr lang="en-US" altLang="zh-TW" sz="1200">
                          <a:solidFill>
                            <a:srgbClr val="000000"/>
                          </a:solidFill>
                          <a:latin typeface="Microsoft JhengHei" panose="020B0604030504040204" pitchFamily="34" charset="-120"/>
                          <a:ea typeface="Microsoft JhengHei" panose="020B0604030504040204" pitchFamily="34" charset="-120"/>
                        </a:rPr>
                        <a:t>P2</a:t>
                      </a:r>
                      <a:r>
                        <a:rPr lang="zh-TW" altLang="en-US" sz="1200">
                          <a:solidFill>
                            <a:srgbClr val="000000"/>
                          </a:solidFill>
                          <a:latin typeface="Microsoft JhengHei" panose="020B0604030504040204" pitchFamily="34" charset="-120"/>
                          <a:ea typeface="Microsoft JhengHei" panose="020B0604030504040204" pitchFamily="34" charset="-120"/>
                        </a:rPr>
                        <a:t>）</a:t>
                      </a: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200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10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1</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dirty="0">
                          <a:solidFill>
                            <a:srgbClr val="000000"/>
                          </a:solidFill>
                          <a:latin typeface="Microsoft JhengHei" panose="020B0604030504040204" pitchFamily="34" charset="-120"/>
                          <a:ea typeface="Microsoft JhengHei" panose="020B0604030504040204" pitchFamily="34" charset="-120"/>
                        </a:rPr>
                        <a:t>約 </a:t>
                      </a:r>
                      <a:r>
                        <a:rPr lang="en-US" altLang="zh-TW" sz="1200" b="1" dirty="0">
                          <a:solidFill>
                            <a:srgbClr val="000000"/>
                          </a:solidFill>
                          <a:latin typeface="Microsoft JhengHei" panose="020B0604030504040204" pitchFamily="34" charset="-120"/>
                          <a:ea typeface="Microsoft JhengHei" panose="020B0604030504040204" pitchFamily="34" charset="-120"/>
                        </a:rPr>
                        <a:t>30 </a:t>
                      </a:r>
                      <a:r>
                        <a:rPr lang="zh-TW" altLang="en-US" sz="1200" b="1" dirty="0">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225234016"/>
                  </a:ext>
                </a:extLst>
              </a:tr>
              <a:tr h="342900">
                <a:tc>
                  <a:txBody>
                    <a:bodyPr/>
                    <a:lstStyle/>
                    <a:p>
                      <a:pPr algn="l"/>
                      <a:r>
                        <a:rPr lang="en-US" altLang="zh-TW" sz="1200">
                          <a:solidFill>
                            <a:srgbClr val="000000"/>
                          </a:solidFill>
                          <a:latin typeface="Microsoft JhengHei" panose="020B0604030504040204" pitchFamily="34" charset="-120"/>
                          <a:ea typeface="Microsoft JhengHei" panose="020B0604030504040204" pitchFamily="34" charset="-120"/>
                        </a:rPr>
                        <a:t>KPI</a:t>
                      </a:r>
                      <a:r>
                        <a:rPr lang="zh-TW" altLang="en-US" sz="1200">
                          <a:solidFill>
                            <a:srgbClr val="000000"/>
                          </a:solidFill>
                          <a:latin typeface="Microsoft JhengHei" panose="020B0604030504040204" pitchFamily="34" charset="-120"/>
                          <a:ea typeface="Microsoft JhengHei" panose="020B0604030504040204" pitchFamily="34" charset="-120"/>
                        </a:rPr>
                        <a:t>｜節點缺口對照（</a:t>
                      </a:r>
                      <a:r>
                        <a:rPr lang="en-US" altLang="zh-TW" sz="1200">
                          <a:solidFill>
                            <a:srgbClr val="000000"/>
                          </a:solidFill>
                          <a:latin typeface="Microsoft JhengHei" panose="020B0604030504040204" pitchFamily="34" charset="-120"/>
                          <a:ea typeface="Microsoft JhengHei" panose="020B0604030504040204" pitchFamily="34" charset="-120"/>
                        </a:rPr>
                        <a:t>P2</a:t>
                      </a:r>
                      <a:r>
                        <a:rPr lang="zh-TW" altLang="en-US" sz="1200">
                          <a:solidFill>
                            <a:srgbClr val="000000"/>
                          </a:solidFill>
                          <a:latin typeface="Microsoft JhengHei" panose="020B0604030504040204" pitchFamily="34" charset="-120"/>
                          <a:ea typeface="Microsoft JhengHei" panose="020B0604030504040204" pitchFamily="34" charset="-120"/>
                        </a:rPr>
                        <a:t>）</a:t>
                      </a: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50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20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en-US" altLang="zh-TW" sz="1200" dirty="0">
                          <a:solidFill>
                            <a:srgbClr val="000000"/>
                          </a:solidFill>
                          <a:latin typeface="Microsoft JhengHei" panose="020B0604030504040204" pitchFamily="34" charset="-120"/>
                          <a:ea typeface="Microsoft JhengHei" panose="020B0604030504040204" pitchFamily="34" charset="-120"/>
                        </a:rPr>
                        <a:t>0</a:t>
                      </a:r>
                      <a:endParaRPr lang="zh-TW" altLang="en-US" sz="1200"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FFFFF"/>
                    </a:solidFill>
                  </a:tcPr>
                </a:tc>
                <a:tc>
                  <a:txBody>
                    <a:bodyPr/>
                    <a:lstStyle/>
                    <a:p>
                      <a:pPr algn="ctr"/>
                      <a:r>
                        <a:rPr lang="zh-TW" altLang="en-US" sz="1200" b="1" dirty="0">
                          <a:solidFill>
                            <a:srgbClr val="000000"/>
                          </a:solidFill>
                          <a:latin typeface="Microsoft JhengHei" panose="020B0604030504040204" pitchFamily="34" charset="-120"/>
                          <a:ea typeface="Microsoft JhengHei" panose="020B0604030504040204" pitchFamily="34" charset="-120"/>
                        </a:rPr>
                        <a:t>約 </a:t>
                      </a:r>
                      <a:r>
                        <a:rPr lang="en-US" altLang="zh-TW" sz="1200" b="1" dirty="0">
                          <a:solidFill>
                            <a:srgbClr val="000000"/>
                          </a:solidFill>
                          <a:latin typeface="Microsoft JhengHei" panose="020B0604030504040204" pitchFamily="34" charset="-120"/>
                          <a:ea typeface="Microsoft JhengHei" panose="020B0604030504040204" pitchFamily="34" charset="-120"/>
                        </a:rPr>
                        <a:t>16 </a:t>
                      </a:r>
                      <a:r>
                        <a:rPr lang="zh-TW" altLang="en-US" sz="1200" b="1" dirty="0">
                          <a:solidFill>
                            <a:srgbClr val="000000"/>
                          </a:solidFill>
                          <a:latin typeface="Microsoft JhengHei" panose="020B0604030504040204" pitchFamily="34" charset="-120"/>
                          <a:ea typeface="Microsoft JhengHei" panose="020B0604030504040204" pitchFamily="34" charset="-120"/>
                        </a:rPr>
                        <a:t>小時</a:t>
                      </a:r>
                    </a:p>
                  </a:txBody>
                  <a:tcPr anchor="ctr">
                    <a:solidFill>
                      <a:srgbClr val="FFFFFF"/>
                    </a:solidFill>
                  </a:tcPr>
                </a:tc>
                <a:extLst>
                  <a:ext uri="{0D108BD9-81ED-4DB2-BD59-A6C34878D82A}">
                    <a16:rowId xmlns:a16="http://schemas.microsoft.com/office/drawing/2014/main" val="864234838"/>
                  </a:ext>
                </a:extLst>
              </a:tr>
              <a:tr h="342900">
                <a:tc>
                  <a:txBody>
                    <a:bodyPr/>
                    <a:lstStyle/>
                    <a:p>
                      <a:pPr algn="l"/>
                      <a:r>
                        <a:rPr lang="zh-TW" altLang="en-US" sz="1200" b="1" dirty="0">
                          <a:solidFill>
                            <a:srgbClr val="000000"/>
                          </a:solidFill>
                          <a:latin typeface="Microsoft JhengHei" panose="020B0604030504040204" pitchFamily="34" charset="-120"/>
                          <a:ea typeface="Microsoft JhengHei" panose="020B0604030504040204" pitchFamily="34" charset="-120"/>
                        </a:rPr>
                        <a:t>合計（單一 </a:t>
                      </a:r>
                      <a:r>
                        <a:rPr lang="en-US" altLang="zh-TW" sz="1200" b="1" dirty="0">
                          <a:solidFill>
                            <a:srgbClr val="000000"/>
                          </a:solidFill>
                          <a:latin typeface="Microsoft JhengHei" panose="020B0604030504040204" pitchFamily="34" charset="-120"/>
                          <a:ea typeface="Microsoft JhengHei" panose="020B0604030504040204" pitchFamily="34" charset="-120"/>
                        </a:rPr>
                        <a:t>PM</a:t>
                      </a:r>
                      <a:r>
                        <a:rPr lang="zh-TW" altLang="en-US" sz="1200" b="1" dirty="0">
                          <a:solidFill>
                            <a:srgbClr val="000000"/>
                          </a:solidFill>
                          <a:latin typeface="Microsoft JhengHei" panose="020B0604030504040204" pitchFamily="34" charset="-120"/>
                          <a:ea typeface="Microsoft JhengHei" panose="020B0604030504040204" pitchFamily="34" charset="-120"/>
                        </a:rPr>
                        <a:t>／年）</a:t>
                      </a:r>
                    </a:p>
                  </a:txBody>
                  <a:tcPr anchor="ctr">
                    <a:solidFill>
                      <a:srgbClr val="F2F2F2"/>
                    </a:solidFill>
                  </a:tcPr>
                </a:tc>
                <a:tc>
                  <a:txBody>
                    <a:bodyPr/>
                    <a:lstStyle/>
                    <a:p>
                      <a:pPr algn="ctr"/>
                      <a:r>
                        <a:rPr lang="en-US" altLang="zh-TW" sz="1200" b="1" dirty="0">
                          <a:solidFill>
                            <a:srgbClr val="000000"/>
                          </a:solidFill>
                          <a:latin typeface="Microsoft JhengHei" panose="020B0604030504040204" pitchFamily="34" charset="-120"/>
                          <a:ea typeface="Microsoft JhengHei" panose="020B0604030504040204" pitchFamily="34" charset="-120"/>
                        </a:rPr>
                        <a:t>—</a:t>
                      </a:r>
                      <a:endParaRPr lang="zh-TW" altLang="en-US" sz="1200" b="1"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en-US" altLang="zh-TW" sz="1200" b="1" dirty="0">
                          <a:solidFill>
                            <a:srgbClr val="000000"/>
                          </a:solidFill>
                          <a:latin typeface="Microsoft JhengHei" panose="020B0604030504040204" pitchFamily="34" charset="-120"/>
                          <a:ea typeface="Microsoft JhengHei" panose="020B0604030504040204" pitchFamily="34" charset="-120"/>
                        </a:rPr>
                        <a:t>—</a:t>
                      </a:r>
                      <a:endParaRPr lang="zh-TW" altLang="en-US" sz="1200" b="1"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en-US" altLang="zh-TW" sz="1200" b="1" dirty="0">
                          <a:solidFill>
                            <a:srgbClr val="000000"/>
                          </a:solidFill>
                          <a:latin typeface="Microsoft JhengHei" panose="020B0604030504040204" pitchFamily="34" charset="-120"/>
                          <a:ea typeface="Microsoft JhengHei" panose="020B0604030504040204" pitchFamily="34" charset="-120"/>
                        </a:rPr>
                        <a:t>—</a:t>
                      </a:r>
                      <a:endParaRPr lang="zh-TW" altLang="en-US" sz="1200" b="1" dirty="0">
                        <a:solidFill>
                          <a:srgbClr val="000000"/>
                        </a:solidFill>
                        <a:latin typeface="Microsoft JhengHei" panose="020B0604030504040204" pitchFamily="34" charset="-120"/>
                        <a:ea typeface="Microsoft JhengHei" panose="020B0604030504040204" pitchFamily="34" charset="-120"/>
                      </a:endParaRPr>
                    </a:p>
                  </a:txBody>
                  <a:tcPr anchor="ctr">
                    <a:solidFill>
                      <a:srgbClr val="F2F2F2"/>
                    </a:solidFill>
                  </a:tcPr>
                </a:tc>
                <a:tc>
                  <a:txBody>
                    <a:bodyPr/>
                    <a:lstStyle/>
                    <a:p>
                      <a:pPr algn="ctr"/>
                      <a:r>
                        <a:rPr lang="zh-TW" altLang="en-US" sz="1200" b="1" dirty="0">
                          <a:solidFill>
                            <a:srgbClr val="CC492B"/>
                          </a:solidFill>
                          <a:latin typeface="Microsoft JhengHei" panose="020B0604030504040204" pitchFamily="34" charset="-120"/>
                          <a:ea typeface="Microsoft JhengHei" panose="020B0604030504040204" pitchFamily="34" charset="-120"/>
                        </a:rPr>
                        <a:t>約 </a:t>
                      </a:r>
                      <a:r>
                        <a:rPr lang="en-US" altLang="zh-TW" sz="1200" b="1" dirty="0">
                          <a:solidFill>
                            <a:srgbClr val="CC492B"/>
                          </a:solidFill>
                          <a:latin typeface="Microsoft JhengHei" panose="020B0604030504040204" pitchFamily="34" charset="-120"/>
                          <a:ea typeface="Microsoft JhengHei" panose="020B0604030504040204" pitchFamily="34" charset="-120"/>
                        </a:rPr>
                        <a:t>85 </a:t>
                      </a:r>
                      <a:r>
                        <a:rPr lang="zh-TW" altLang="en-US" sz="1200" b="1" dirty="0">
                          <a:solidFill>
                            <a:srgbClr val="CC492B"/>
                          </a:solidFill>
                          <a:latin typeface="Microsoft JhengHei" panose="020B0604030504040204" pitchFamily="34" charset="-120"/>
                          <a:ea typeface="Microsoft JhengHei" panose="020B0604030504040204" pitchFamily="34" charset="-120"/>
                        </a:rPr>
                        <a:t>小時</a:t>
                      </a:r>
                    </a:p>
                  </a:txBody>
                  <a:tcPr anchor="ctr">
                    <a:solidFill>
                      <a:srgbClr val="F2F2F2"/>
                    </a:solidFill>
                  </a:tcPr>
                </a:tc>
                <a:extLst>
                  <a:ext uri="{0D108BD9-81ED-4DB2-BD59-A6C34878D82A}">
                    <a16:rowId xmlns:a16="http://schemas.microsoft.com/office/drawing/2014/main" val="3502281815"/>
                  </a:ext>
                </a:extLst>
              </a:tr>
            </a:tbl>
          </a:graphicData>
        </a:graphic>
      </p:graphicFrame>
      <p:sp>
        <p:nvSpPr>
          <p:cNvPr id="3" name="文字方塊 2">
            <a:extLst>
              <a:ext uri="{FF2B5EF4-FFF2-40B4-BE49-F238E27FC236}">
                <a16:creationId xmlns:a16="http://schemas.microsoft.com/office/drawing/2014/main" id="{C61512A1-1763-8480-3EA1-20EDCC258513}"/>
              </a:ext>
            </a:extLst>
          </p:cNvPr>
          <p:cNvSpPr txBox="1"/>
          <p:nvPr/>
        </p:nvSpPr>
        <p:spPr>
          <a:xfrm>
            <a:off x="368300" y="3606800"/>
            <a:ext cx="11455400" cy="225703"/>
          </a:xfrm>
          <a:prstGeom prst="rect">
            <a:avLst/>
          </a:prstGeom>
          <a:noFill/>
        </p:spPr>
        <p:txBody>
          <a:bodyPr vert="horz" wrap="square" lIns="25400" tIns="12700" bIns="1270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 以數位經營部約 </a:t>
            </a:r>
            <a:r>
              <a:rPr kumimoji="0" lang="en-US" altLang="zh-TW"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5 </a:t>
            </a:r>
            <a:r>
              <a:rPr kumimoji="0" lang="zh-TW" altLang="en-US"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位同性質 </a:t>
            </a:r>
            <a:r>
              <a:rPr kumimoji="0" lang="en-US" altLang="zh-TW"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PM </a:t>
            </a:r>
            <a:r>
              <a:rPr kumimoji="0" lang="zh-TW" altLang="en-US"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計，全部門年省約 </a:t>
            </a:r>
            <a:r>
              <a:rPr kumimoji="0" lang="en-US" altLang="zh-TW"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420 </a:t>
            </a:r>
            <a:r>
              <a:rPr kumimoji="0" lang="zh-TW" altLang="en-US"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小時 ≈ </a:t>
            </a:r>
            <a:r>
              <a:rPr lang="en-US" altLang="zh-TW" sz="1300" b="1" dirty="0">
                <a:solidFill>
                  <a:srgbClr val="CC492B"/>
                </a:solidFill>
                <a:latin typeface="Microsoft JhengHei" panose="020B0604030504040204" pitchFamily="34" charset="-120"/>
                <a:ea typeface="Microsoft JhengHei" panose="020B0604030504040204" pitchFamily="34" charset="-120"/>
              </a:rPr>
              <a:t>52</a:t>
            </a:r>
            <a:r>
              <a:rPr kumimoji="0" lang="en-US" altLang="zh-TW"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 </a:t>
            </a:r>
            <a:r>
              <a:rPr kumimoji="0" lang="zh-TW" altLang="en-US" sz="1300" b="1" i="0" u="none" strike="noStrike" kern="1200" cap="none" spc="0" normalizeH="0" baseline="0" noProof="0" dirty="0">
                <a:ln>
                  <a:noFill/>
                </a:ln>
                <a:solidFill>
                  <a:srgbClr val="CC492B"/>
                </a:solidFill>
                <a:effectLst/>
                <a:uLnTx/>
                <a:uFillTx/>
                <a:latin typeface="Microsoft JhengHei" panose="020B0604030504040204" pitchFamily="34" charset="-120"/>
                <a:ea typeface="Microsoft JhengHei" panose="020B0604030504040204" pitchFamily="34" charset="-120"/>
                <a:cs typeface="+mn-cs"/>
              </a:rPr>
              <a:t>個工作天；一次建置、多專案共用。</a:t>
            </a:r>
          </a:p>
        </p:txBody>
      </p:sp>
      <p:sp>
        <p:nvSpPr>
          <p:cNvPr id="4" name="Google Shape;85;g3e9888fc26a_0_5">
            <a:extLst>
              <a:ext uri="{FF2B5EF4-FFF2-40B4-BE49-F238E27FC236}">
                <a16:creationId xmlns:a16="http://schemas.microsoft.com/office/drawing/2014/main" id="{EAF509D0-1A72-8D6E-B0E5-2BC3A2E3A46A}"/>
              </a:ext>
            </a:extLst>
          </p:cNvPr>
          <p:cNvSpPr txBox="1"/>
          <p:nvPr/>
        </p:nvSpPr>
        <p:spPr>
          <a:xfrm>
            <a:off x="365895" y="4155889"/>
            <a:ext cx="7693200" cy="400069"/>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FF0000"/>
              </a:buClr>
              <a:buSzPts val="1800"/>
              <a:buFont typeface="Arial"/>
              <a:buNone/>
              <a:tabLst/>
              <a:defRPr/>
            </a:pPr>
            <a:r>
              <a:rPr lang="zh-TW" altLang="en-US" sz="2000" b="1" kern="0" dirty="0">
                <a:solidFill>
                  <a:srgbClr val="000000"/>
                </a:solidFill>
                <a:latin typeface="Microsoft YaHei" panose="020B0503020204020204" pitchFamily="34" charset="-122"/>
                <a:ea typeface="Microsoft YaHei" panose="020B0503020204020204" pitchFamily="34" charset="-122"/>
              </a:rPr>
              <a:t>質化效益</a:t>
            </a:r>
            <a:endParaRPr sz="2000" b="1" kern="0" dirty="0">
              <a:solidFill>
                <a:srgbClr val="000000"/>
              </a:solidFill>
              <a:latin typeface="Microsoft YaHei" panose="020B0503020204020204" pitchFamily="34" charset="-122"/>
              <a:ea typeface="Microsoft YaHei" panose="020B0503020204020204" pitchFamily="34" charset="-122"/>
              <a:sym typeface="Arial"/>
            </a:endParaRPr>
          </a:p>
        </p:txBody>
      </p:sp>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9"/>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Copilot Studio 功能設定截圖與相關資料</a:t>
            </a:r>
            <a:endParaRPr/>
          </a:p>
        </p:txBody>
      </p:sp>
      <p:pic>
        <p:nvPicPr>
          <p:cNvPr id="3" name="圖片 2">
            <a:extLst>
              <a:ext uri="{FF2B5EF4-FFF2-40B4-BE49-F238E27FC236}">
                <a16:creationId xmlns:a16="http://schemas.microsoft.com/office/drawing/2014/main" id="{CC3ED541-2E27-C977-1CD7-9BA2718C18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777" y="970548"/>
            <a:ext cx="7868294" cy="3616282"/>
          </a:xfrm>
          <a:prstGeom prst="rect">
            <a:avLst/>
          </a:prstGeom>
        </p:spPr>
      </p:pic>
      <p:pic>
        <p:nvPicPr>
          <p:cNvPr id="5" name="圖片 4">
            <a:extLst>
              <a:ext uri="{FF2B5EF4-FFF2-40B4-BE49-F238E27FC236}">
                <a16:creationId xmlns:a16="http://schemas.microsoft.com/office/drawing/2014/main" id="{AF0A650C-C2DB-D66F-113F-0976181483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777" y="4586830"/>
            <a:ext cx="7975021" cy="1798476"/>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2">
          <a:extLst>
            <a:ext uri="{FF2B5EF4-FFF2-40B4-BE49-F238E27FC236}">
              <a16:creationId xmlns:a16="http://schemas.microsoft.com/office/drawing/2014/main" id="{F45C6CBF-575F-9E0E-1045-185819057777}"/>
            </a:ext>
          </a:extLst>
        </p:cNvPr>
        <p:cNvGrpSpPr/>
        <p:nvPr/>
      </p:nvGrpSpPr>
      <p:grpSpPr>
        <a:xfrm>
          <a:off x="0" y="0"/>
          <a:ext cx="0" cy="0"/>
          <a:chOff x="0" y="0"/>
          <a:chExt cx="0" cy="0"/>
        </a:xfrm>
      </p:grpSpPr>
      <p:sp>
        <p:nvSpPr>
          <p:cNvPr id="93" name="Google Shape;93;p9">
            <a:extLst>
              <a:ext uri="{FF2B5EF4-FFF2-40B4-BE49-F238E27FC236}">
                <a16:creationId xmlns:a16="http://schemas.microsoft.com/office/drawing/2014/main" id="{6C16F798-1A2C-2A39-2AF5-0E97D31A5D5E}"/>
              </a:ext>
            </a:extLst>
          </p:cNvPr>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Copilot Studio 功能設定截圖與相關資料</a:t>
            </a:r>
            <a:endParaRPr/>
          </a:p>
        </p:txBody>
      </p:sp>
      <p:pic>
        <p:nvPicPr>
          <p:cNvPr id="8" name="圖片 7">
            <a:extLst>
              <a:ext uri="{FF2B5EF4-FFF2-40B4-BE49-F238E27FC236}">
                <a16:creationId xmlns:a16="http://schemas.microsoft.com/office/drawing/2014/main" id="{9F2A5DF1-8FFE-082E-EDF3-A97FE3F1BF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9085" y="909660"/>
            <a:ext cx="6803782" cy="5038680"/>
          </a:xfrm>
          <a:prstGeom prst="rect">
            <a:avLst/>
          </a:prstGeom>
        </p:spPr>
      </p:pic>
      <p:pic>
        <p:nvPicPr>
          <p:cNvPr id="3" name="圖片 2">
            <a:extLst>
              <a:ext uri="{FF2B5EF4-FFF2-40B4-BE49-F238E27FC236}">
                <a16:creationId xmlns:a16="http://schemas.microsoft.com/office/drawing/2014/main" id="{79C1B7C2-DC26-9BB6-0AE7-8497B4D0D0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33067" y="2353734"/>
            <a:ext cx="5573532" cy="1533778"/>
          </a:xfrm>
          <a:prstGeom prst="rect">
            <a:avLst/>
          </a:prstGeom>
          <a:ln>
            <a:noFill/>
          </a:ln>
          <a:effectLst>
            <a:outerShdw blurRad="292100" dist="139700" dir="2700000" algn="tl" rotWithShape="0">
              <a:srgbClr val="333333">
                <a:alpha val="65000"/>
              </a:srgbClr>
            </a:outerShdw>
          </a:effectLst>
        </p:spPr>
      </p:pic>
      <p:sp>
        <p:nvSpPr>
          <p:cNvPr id="6" name="箭號: 迴轉箭號 5">
            <a:extLst>
              <a:ext uri="{FF2B5EF4-FFF2-40B4-BE49-F238E27FC236}">
                <a16:creationId xmlns:a16="http://schemas.microsoft.com/office/drawing/2014/main" id="{F8645C62-CA39-E07B-A96E-556977C0016F}"/>
              </a:ext>
            </a:extLst>
          </p:cNvPr>
          <p:cNvSpPr/>
          <p:nvPr/>
        </p:nvSpPr>
        <p:spPr>
          <a:xfrm rot="10800000" flipH="1">
            <a:off x="5223933" y="3429000"/>
            <a:ext cx="4436534" cy="2060828"/>
          </a:xfrm>
          <a:prstGeom prst="uturnArrow">
            <a:avLst/>
          </a:prstGeom>
          <a:solidFill>
            <a:schemeClr val="accent1">
              <a:alpha val="47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7" name="Google Shape;85;g3e9888fc26a_0_5">
            <a:extLst>
              <a:ext uri="{FF2B5EF4-FFF2-40B4-BE49-F238E27FC236}">
                <a16:creationId xmlns:a16="http://schemas.microsoft.com/office/drawing/2014/main" id="{77469066-6609-F7A7-7E85-48BEC75E6D2F}"/>
              </a:ext>
            </a:extLst>
          </p:cNvPr>
          <p:cNvSpPr txBox="1"/>
          <p:nvPr/>
        </p:nvSpPr>
        <p:spPr>
          <a:xfrm>
            <a:off x="5677631" y="4962778"/>
            <a:ext cx="3190471" cy="646290"/>
          </a:xfrm>
          <a:prstGeom prst="rect">
            <a:avLst/>
          </a:prstGeom>
          <a:no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FF0000"/>
              </a:buClr>
              <a:buSzPts val="1800"/>
              <a:buFont typeface="Arial"/>
              <a:buNone/>
              <a:tabLst/>
              <a:defRPr/>
            </a:pPr>
            <a:r>
              <a:rPr lang="zh-TW" altLang="en-US" sz="3600" b="1" kern="0" dirty="0">
                <a:solidFill>
                  <a:srgbClr val="000000"/>
                </a:solidFill>
                <a:latin typeface="Microsoft YaHei" panose="020B0503020204020204" pitchFamily="34" charset="-122"/>
                <a:ea typeface="Microsoft YaHei" panose="020B0503020204020204" pitchFamily="34" charset="-122"/>
              </a:rPr>
              <a:t>成功發送通知</a:t>
            </a:r>
            <a:endParaRPr sz="3600" b="1" kern="0" dirty="0">
              <a:solidFill>
                <a:srgbClr val="000000"/>
              </a:solidFill>
              <a:latin typeface="Microsoft YaHei" panose="020B0503020204020204" pitchFamily="34" charset="-122"/>
              <a:ea typeface="Microsoft YaHei" panose="020B0503020204020204" pitchFamily="34" charset="-122"/>
              <a:sym typeface="Arial"/>
            </a:endParaRPr>
          </a:p>
        </p:txBody>
      </p:sp>
    </p:spTree>
    <p:extLst>
      <p:ext uri="{BB962C8B-B14F-4D97-AF65-F5344CB8AC3E}">
        <p14:creationId xmlns:p14="http://schemas.microsoft.com/office/powerpoint/2010/main" val="1849772947"/>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2">
          <a:extLst>
            <a:ext uri="{FF2B5EF4-FFF2-40B4-BE49-F238E27FC236}">
              <a16:creationId xmlns:a16="http://schemas.microsoft.com/office/drawing/2014/main" id="{1BD43401-EC22-3238-BCA2-65CCCCEB4947}"/>
            </a:ext>
          </a:extLst>
        </p:cNvPr>
        <p:cNvGrpSpPr/>
        <p:nvPr/>
      </p:nvGrpSpPr>
      <p:grpSpPr>
        <a:xfrm>
          <a:off x="0" y="0"/>
          <a:ext cx="0" cy="0"/>
          <a:chOff x="0" y="0"/>
          <a:chExt cx="0" cy="0"/>
        </a:xfrm>
      </p:grpSpPr>
      <p:sp>
        <p:nvSpPr>
          <p:cNvPr id="93" name="Google Shape;93;p9">
            <a:extLst>
              <a:ext uri="{FF2B5EF4-FFF2-40B4-BE49-F238E27FC236}">
                <a16:creationId xmlns:a16="http://schemas.microsoft.com/office/drawing/2014/main" id="{F8B9A375-8DFD-29C5-C043-DBD5BD80A38D}"/>
              </a:ext>
            </a:extLst>
          </p:cNvPr>
          <p:cNvSpPr txBox="1">
            <a:spLocks noGrp="1"/>
          </p:cNvSpPr>
          <p:nvPr>
            <p:ph type="title"/>
          </p:nvPr>
        </p:nvSpPr>
        <p:spPr>
          <a:xfrm>
            <a:off x="365895" y="150922"/>
            <a:ext cx="11342694" cy="635226"/>
          </a:xfrm>
          <a:prstGeom prst="rect">
            <a:avLst/>
          </a:prstGeom>
          <a:noFill/>
          <a:ln>
            <a:noFill/>
          </a:ln>
        </p:spPr>
        <p:txBody>
          <a:bodyPr spcFirstLastPara="1" wrap="square" lIns="91425" tIns="45700" rIns="91425" bIns="45700" anchor="ctr" anchorCtr="0">
            <a:noAutofit/>
          </a:bodyPr>
          <a:lstStyle/>
          <a:p>
            <a:pPr marL="0" lvl="0" indent="0" algn="l" rtl="0">
              <a:lnSpc>
                <a:spcPct val="100000"/>
              </a:lnSpc>
              <a:spcBef>
                <a:spcPts val="0"/>
              </a:spcBef>
              <a:spcAft>
                <a:spcPts val="0"/>
              </a:spcAft>
              <a:buSzPts val="1400"/>
              <a:buNone/>
            </a:pPr>
            <a:r>
              <a:rPr lang="zh-TW" sz="2800" b="1"/>
              <a:t>Copilot Studio 功能設定截圖與相關資料</a:t>
            </a:r>
            <a:endParaRPr/>
          </a:p>
        </p:txBody>
      </p:sp>
      <p:pic>
        <p:nvPicPr>
          <p:cNvPr id="4" name="圖片 3">
            <a:extLst>
              <a:ext uri="{FF2B5EF4-FFF2-40B4-BE49-F238E27FC236}">
                <a16:creationId xmlns:a16="http://schemas.microsoft.com/office/drawing/2014/main" id="{320C3681-8BFE-99D9-F7A4-87E4BFDB91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0755" y="1371600"/>
            <a:ext cx="10514682" cy="4684143"/>
          </a:xfrm>
          <a:prstGeom prst="rect">
            <a:avLst/>
          </a:prstGeom>
        </p:spPr>
      </p:pic>
      <p:sp>
        <p:nvSpPr>
          <p:cNvPr id="9" name="Google Shape;85;g3e9888fc26a_0_5">
            <a:extLst>
              <a:ext uri="{FF2B5EF4-FFF2-40B4-BE49-F238E27FC236}">
                <a16:creationId xmlns:a16="http://schemas.microsoft.com/office/drawing/2014/main" id="{FE3D0460-0B8D-16F7-D11A-09870669471B}"/>
              </a:ext>
            </a:extLst>
          </p:cNvPr>
          <p:cNvSpPr txBox="1"/>
          <p:nvPr/>
        </p:nvSpPr>
        <p:spPr>
          <a:xfrm>
            <a:off x="7506431" y="4489535"/>
            <a:ext cx="3190471" cy="646290"/>
          </a:xfrm>
          <a:prstGeom prst="rect">
            <a:avLst/>
          </a:prstGeom>
          <a:solidFill>
            <a:schemeClr val="bg2">
              <a:lumMod val="40000"/>
              <a:lumOff val="60000"/>
            </a:schemeClr>
          </a:solidFill>
          <a:ln>
            <a:noFill/>
          </a:ln>
        </p:spPr>
        <p:txBody>
          <a:bodyPr spcFirstLastPara="1" wrap="square" lIns="91425" tIns="45700" rIns="91425" bIns="45700" anchor="t" anchorCtr="0">
            <a:spAutoFit/>
          </a:bodyPr>
          <a:lstStyle/>
          <a:p>
            <a:pPr marL="0" marR="0" lvl="0" indent="0" algn="ctr" defTabSz="914400" rtl="0" eaLnBrk="1" fontAlgn="auto" latinLnBrk="0" hangingPunct="1">
              <a:lnSpc>
                <a:spcPct val="100000"/>
              </a:lnSpc>
              <a:spcBef>
                <a:spcPts val="0"/>
              </a:spcBef>
              <a:spcAft>
                <a:spcPts val="0"/>
              </a:spcAft>
              <a:buClr>
                <a:srgbClr val="FF0000"/>
              </a:buClr>
              <a:buSzPts val="1800"/>
              <a:buFont typeface="Arial"/>
              <a:buNone/>
              <a:tabLst/>
              <a:defRPr/>
            </a:pPr>
            <a:r>
              <a:rPr lang="zh-TW" altLang="en-US" sz="3600" b="1" kern="0" dirty="0">
                <a:solidFill>
                  <a:srgbClr val="000000"/>
                </a:solidFill>
                <a:latin typeface="Microsoft YaHei" panose="020B0503020204020204" pitchFamily="34" charset="-122"/>
                <a:ea typeface="Microsoft YaHei" panose="020B0503020204020204" pitchFamily="34" charset="-122"/>
              </a:rPr>
              <a:t>指派特定工作</a:t>
            </a:r>
            <a:endParaRPr sz="3600" b="1" kern="0" dirty="0">
              <a:solidFill>
                <a:srgbClr val="000000"/>
              </a:solidFill>
              <a:latin typeface="Microsoft YaHei" panose="020B0503020204020204" pitchFamily="34" charset="-122"/>
              <a:ea typeface="Microsoft YaHei" panose="020B0503020204020204" pitchFamily="34" charset="-122"/>
              <a:sym typeface="Arial"/>
            </a:endParaRPr>
          </a:p>
        </p:txBody>
      </p:sp>
    </p:spTree>
    <p:extLst>
      <p:ext uri="{BB962C8B-B14F-4D97-AF65-F5344CB8AC3E}">
        <p14:creationId xmlns:p14="http://schemas.microsoft.com/office/powerpoint/2010/main" val="1440746775"/>
      </p:ext>
    </p:extLst>
  </p:cSld>
  <p:clrMapOvr>
    <a:masterClrMapping/>
  </p:clrMapOvr>
  <mc:AlternateContent xmlns:mc="http://schemas.openxmlformats.org/markup-compatibility/2006" xmlns:p14="http://schemas.microsoft.com/office/powerpoint/2010/main">
    <mc:Choice Requires="p14">
      <p:transition spd="slow" p14:dur="2000">
        <p:cut/>
      </p:transition>
    </mc:Choice>
    <mc:Fallback xmlns="">
      <p:transition spd="slow">
        <p:cut/>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NAME" val="McK Disclaimer"/>
  <p:tag name="RESIZE" val="Yes"/>
  <p:tag name="LLEFT" val=" 210.125"/>
  <p:tag name="LTOP" val=" 469.875"/>
</p:tagLst>
</file>

<file path=ppt/theme/theme1.xml><?xml version="1.0" encoding="utf-8"?>
<a:theme xmlns:a="http://schemas.openxmlformats.org/drawingml/2006/main" name="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niversal Templat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349</TotalTime>
  <Words>809</Words>
  <Application>Microsoft Office PowerPoint</Application>
  <PresentationFormat>寬螢幕</PresentationFormat>
  <Paragraphs>115</Paragraphs>
  <Slides>9</Slides>
  <Notes>8</Notes>
  <HiddenSlides>0</HiddenSlides>
  <MMClips>0</MMClips>
  <ScaleCrop>false</ScaleCrop>
  <HeadingPairs>
    <vt:vector size="6" baseType="variant">
      <vt:variant>
        <vt:lpstr>使用字型</vt:lpstr>
      </vt:variant>
      <vt:variant>
        <vt:i4>8</vt:i4>
      </vt:variant>
      <vt:variant>
        <vt:lpstr>佈景主題</vt:lpstr>
      </vt:variant>
      <vt:variant>
        <vt:i4>2</vt:i4>
      </vt:variant>
      <vt:variant>
        <vt:lpstr>投影片標題</vt:lpstr>
      </vt:variant>
      <vt:variant>
        <vt:i4>9</vt:i4>
      </vt:variant>
    </vt:vector>
  </HeadingPairs>
  <TitlesOfParts>
    <vt:vector size="19" baseType="lpstr">
      <vt:lpstr>Microsoft YaHei</vt:lpstr>
      <vt:lpstr>Noto Sans Symbols</vt:lpstr>
      <vt:lpstr>微軟正黑體</vt:lpstr>
      <vt:lpstr>微軟正黑體</vt:lpstr>
      <vt:lpstr>新細明體</vt:lpstr>
      <vt:lpstr>Aptos</vt:lpstr>
      <vt:lpstr>Arial</vt:lpstr>
      <vt:lpstr>Calibri</vt:lpstr>
      <vt:lpstr>Universal Template</vt:lpstr>
      <vt:lpstr>1_Universal Template</vt:lpstr>
      <vt:lpstr>智能專案經理 AI PM</vt:lpstr>
      <vt:lpstr>提案動機與目的</vt:lpstr>
      <vt:lpstr>痛點對應解法與 Agent 目標使用者樣貌</vt:lpstr>
      <vt:lpstr>流程簡述</vt:lpstr>
      <vt:lpstr>流程示意圖</vt:lpstr>
      <vt:lpstr>預期效益</vt:lpstr>
      <vt:lpstr>Copilot Studio 功能設定截圖與相關資料</vt:lpstr>
      <vt:lpstr>Copilot Studio 功能設定截圖與相關資料</vt:lpstr>
      <vt:lpstr>Copilot Studio 功能設定截圖與相關資料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黃甯言-人力資源部-永豐金證券</dc:creator>
  <cp:lastModifiedBy>郭文浩-人力資源部-永豐金證券</cp:lastModifiedBy>
  <cp:revision>51</cp:revision>
  <dcterms:created xsi:type="dcterms:W3CDTF">2026-05-21T08:24:57Z</dcterms:created>
  <dcterms:modified xsi:type="dcterms:W3CDTF">2026-07-13T12:03:41Z</dcterms:modified>
</cp:coreProperties>
</file>