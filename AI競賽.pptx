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changesInfos/changesInfo1.xml" ContentType="application/vnd.ms-powerpoint.changesinfo+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75" r:id="rId2"/>
  </p:sldMasterIdLst>
  <p:notesMasterIdLst>
    <p:notesMasterId r:id="rId11"/>
  </p:notesMasterIdLst>
  <p:sldIdLst>
    <p:sldId id="2147482890" r:id="rId3"/>
    <p:sldId id="2147482900" r:id="rId4"/>
    <p:sldId id="2147482901" r:id="rId5"/>
    <p:sldId id="2147482903" r:id="rId6"/>
    <p:sldId id="261" r:id="rId7"/>
    <p:sldId id="2147482904" r:id="rId8"/>
    <p:sldId id="2147482905" r:id="rId9"/>
    <p:sldId id="2147482906" r:id="rId10"/>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2F2F2"/>
    <a:srgbClr val="E9F1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B877692-0C70-4597-9C0D-3750B1559B91}" v="36" dt="2026-07-10T08:11:54.126"/>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中等深淺樣式 2 - 輔色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1264" autoAdjust="0"/>
    <p:restoredTop sz="96076" autoAdjust="0"/>
  </p:normalViewPr>
  <p:slideViewPr>
    <p:cSldViewPr snapToGrid="0">
      <p:cViewPr varScale="1">
        <p:scale>
          <a:sx n="45" d="100"/>
          <a:sy n="45" d="100"/>
        </p:scale>
        <p:origin x="24" y="8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 Target="slides/slide1.xml"/><Relationship Id="rId4" Type="http://schemas.openxmlformats.org/officeDocument/2006/relationships/slide" Target="slides/slide2.xml"/><Relationship Id="rId5" Type="http://schemas.openxmlformats.org/officeDocument/2006/relationships/slide" Target="slides/slide3.xml"/><Relationship Id="rId6" Type="http://schemas.openxmlformats.org/officeDocument/2006/relationships/slide" Target="slides/slide4.xml"/><Relationship Id="rId7" Type="http://schemas.openxmlformats.org/officeDocument/2006/relationships/slide" Target="slides/slide5.xml"/><Relationship Id="rId8" Type="http://schemas.openxmlformats.org/officeDocument/2006/relationships/slide" Target="slides/slide6.xml"/><Relationship Id="rId9" Type="http://schemas.openxmlformats.org/officeDocument/2006/relationships/slide" Target="slides/slide7.xml"/><Relationship Id="rId10" Type="http://schemas.openxmlformats.org/officeDocument/2006/relationships/slide" Target="slides/slide8.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 Id="rId16" Type="http://schemas.microsoft.com/office/2016/11/relationships/changesInfo" Target="changesInfos/changesInfo1.xml"/><Relationship Id="rId1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文浩 郭" userId="6ccc17ab3add3069" providerId="LiveId" clId="{A16DFF17-4FF3-4109-A435-57F25017F4B7}"/>
    <pc:docChg chg="custSel addSld modSld sldOrd">
      <pc:chgData name="文浩 郭" userId="6ccc17ab3add3069" providerId="LiveId" clId="{A16DFF17-4FF3-4109-A435-57F25017F4B7}" dt="2026-07-10T08:26:09.911" v="684" actId="207"/>
      <pc:docMkLst>
        <pc:docMk/>
      </pc:docMkLst>
      <pc:sldChg chg="addSp delSp modSp mod">
        <pc:chgData name="文浩 郭" userId="6ccc17ab3add3069" providerId="LiveId" clId="{A16DFF17-4FF3-4109-A435-57F25017F4B7}" dt="2026-07-10T08:04:40.141" v="175"/>
        <pc:sldMkLst>
          <pc:docMk/>
          <pc:sldMk cId="0" sldId="261"/>
        </pc:sldMkLst>
        <pc:picChg chg="add del mod">
          <ac:chgData name="文浩 郭" userId="6ccc17ab3add3069" providerId="LiveId" clId="{A16DFF17-4FF3-4109-A435-57F25017F4B7}" dt="2026-07-10T08:04:40.125" v="173"/>
          <ac:picMkLst>
            <pc:docMk/>
            <pc:sldMk cId="0" sldId="261"/>
            <ac:picMk id="3" creationId="{DD65562E-76EA-4365-D337-7AA4F57F6E2B}"/>
          </ac:picMkLst>
        </pc:picChg>
        <pc:picChg chg="add mod">
          <ac:chgData name="文浩 郭" userId="6ccc17ab3add3069" providerId="LiveId" clId="{A16DFF17-4FF3-4109-A435-57F25017F4B7}" dt="2026-07-10T08:04:40.141" v="175"/>
          <ac:picMkLst>
            <pc:docMk/>
            <pc:sldMk cId="0" sldId="261"/>
            <ac:picMk id="5" creationId="{CAC8AE35-85B8-0287-3CB0-6CAD64160FB4}"/>
          </ac:picMkLst>
        </pc:picChg>
        <pc:picChg chg="del">
          <ac:chgData name="文浩 郭" userId="6ccc17ab3add3069" providerId="LiveId" clId="{A16DFF17-4FF3-4109-A435-57F25017F4B7}" dt="2026-07-10T07:50:54.385" v="5"/>
          <ac:picMkLst>
            <pc:docMk/>
            <pc:sldMk cId="0" sldId="261"/>
            <ac:picMk id="77" creationId="{00000000-0000-0000-0000-000000000000}"/>
          </ac:picMkLst>
        </pc:picChg>
      </pc:sldChg>
      <pc:sldChg chg="modSp mod">
        <pc:chgData name="文浩 郭" userId="6ccc17ab3add3069" providerId="LiveId" clId="{A16DFF17-4FF3-4109-A435-57F25017F4B7}" dt="2026-07-10T07:02:16.318" v="0" actId="20577"/>
        <pc:sldMkLst>
          <pc:docMk/>
          <pc:sldMk cId="0" sldId="2147482901"/>
        </pc:sldMkLst>
        <pc:spChg chg="mod">
          <ac:chgData name="文浩 郭" userId="6ccc17ab3add3069" providerId="LiveId" clId="{A16DFF17-4FF3-4109-A435-57F25017F4B7}" dt="2026-07-10T07:02:16.318" v="0" actId="20577"/>
          <ac:spMkLst>
            <pc:docMk/>
            <pc:sldMk cId="0" sldId="2147482901"/>
            <ac:spMk id="52" creationId="{00000000-0000-0000-0000-000000000000}"/>
          </ac:spMkLst>
        </pc:spChg>
      </pc:sldChg>
      <pc:sldChg chg="addSp delSp modSp mod">
        <pc:chgData name="文浩 郭" userId="6ccc17ab3add3069" providerId="LiveId" clId="{A16DFF17-4FF3-4109-A435-57F25017F4B7}" dt="2026-07-10T08:17:56.610" v="559" actId="14100"/>
        <pc:sldMkLst>
          <pc:docMk/>
          <pc:sldMk cId="0" sldId="2147482903"/>
        </pc:sldMkLst>
        <pc:spChg chg="add del mod">
          <ac:chgData name="文浩 郭" userId="6ccc17ab3add3069" providerId="LiveId" clId="{A16DFF17-4FF3-4109-A435-57F25017F4B7}" dt="2026-07-10T08:00:20.824" v="61"/>
          <ac:spMkLst>
            <pc:docMk/>
            <pc:sldMk cId="0" sldId="2147482903"/>
            <ac:spMk id="2" creationId="{95791444-F11A-2D57-F4AB-303B9089F8C3}"/>
          </ac:spMkLst>
        </pc:spChg>
        <pc:spChg chg="add del mod">
          <ac:chgData name="文浩 郭" userId="6ccc17ab3add3069" providerId="LiveId" clId="{A16DFF17-4FF3-4109-A435-57F25017F4B7}" dt="2026-07-10T08:00:20.838" v="63"/>
          <ac:spMkLst>
            <pc:docMk/>
            <pc:sldMk cId="0" sldId="2147482903"/>
            <ac:spMk id="3" creationId="{6D44538B-2F56-49DF-FA0D-BF81ECEF2200}"/>
          </ac:spMkLst>
        </pc:spChg>
        <pc:spChg chg="add del mod">
          <ac:chgData name="文浩 郭" userId="6ccc17ab3add3069" providerId="LiveId" clId="{A16DFF17-4FF3-4109-A435-57F25017F4B7}" dt="2026-07-10T08:01:45.705" v="115"/>
          <ac:spMkLst>
            <pc:docMk/>
            <pc:sldMk cId="0" sldId="2147482903"/>
            <ac:spMk id="4" creationId="{4E678D3F-C957-8FE4-3D19-B74937E2EC9D}"/>
          </ac:spMkLst>
        </pc:spChg>
        <pc:spChg chg="add del mod">
          <ac:chgData name="文浩 郭" userId="6ccc17ab3add3069" providerId="LiveId" clId="{A16DFF17-4FF3-4109-A435-57F25017F4B7}" dt="2026-07-10T08:01:45.710" v="117"/>
          <ac:spMkLst>
            <pc:docMk/>
            <pc:sldMk cId="0" sldId="2147482903"/>
            <ac:spMk id="5" creationId="{A0FE132D-2352-7F97-B1E1-F579257EFDD1}"/>
          </ac:spMkLst>
        </pc:spChg>
        <pc:spChg chg="add mod">
          <ac:chgData name="文浩 郭" userId="6ccc17ab3add3069" providerId="LiveId" clId="{A16DFF17-4FF3-4109-A435-57F25017F4B7}" dt="2026-07-10T08:16:52.640" v="552" actId="108"/>
          <ac:spMkLst>
            <pc:docMk/>
            <pc:sldMk cId="0" sldId="2147482903"/>
            <ac:spMk id="6" creationId="{DE799AA1-389D-9CF3-1660-129B50C70817}"/>
          </ac:spMkLst>
        </pc:spChg>
        <pc:spChg chg="add mod">
          <ac:chgData name="文浩 郭" userId="6ccc17ab3add3069" providerId="LiveId" clId="{A16DFF17-4FF3-4109-A435-57F25017F4B7}" dt="2026-07-10T08:17:56.610" v="559" actId="14100"/>
          <ac:spMkLst>
            <pc:docMk/>
            <pc:sldMk cId="0" sldId="2147482903"/>
            <ac:spMk id="7" creationId="{7C1EAB8D-5060-CFF2-DC40-CC447D8CA772}"/>
          </ac:spMkLst>
        </pc:spChg>
        <pc:spChg chg="add mod ord">
          <ac:chgData name="文浩 郭" userId="6ccc17ab3add3069" providerId="LiveId" clId="{A16DFF17-4FF3-4109-A435-57F25017F4B7}" dt="2026-07-10T08:17:45.642" v="558" actId="14100"/>
          <ac:spMkLst>
            <pc:docMk/>
            <pc:sldMk cId="0" sldId="2147482903"/>
            <ac:spMk id="8" creationId="{03584C9E-544C-1A9D-E66E-1496712C5394}"/>
          </ac:spMkLst>
        </pc:spChg>
        <pc:spChg chg="del mod">
          <ac:chgData name="文浩 郭" userId="6ccc17ab3add3069" providerId="LiveId" clId="{A16DFF17-4FF3-4109-A435-57F25017F4B7}" dt="2026-07-10T07:58:44.064" v="9"/>
          <ac:spMkLst>
            <pc:docMk/>
            <pc:sldMk cId="0" sldId="2147482903"/>
            <ac:spMk id="71" creationId="{00000000-0000-0000-0000-000000000000}"/>
          </ac:spMkLst>
        </pc:spChg>
      </pc:sldChg>
      <pc:sldChg chg="addSp delSp modSp mod">
        <pc:chgData name="文浩 郭" userId="6ccc17ab3add3069" providerId="LiveId" clId="{A16DFF17-4FF3-4109-A435-57F25017F4B7}" dt="2026-07-10T08:26:09.911" v="684" actId="207"/>
        <pc:sldMkLst>
          <pc:docMk/>
          <pc:sldMk cId="0" sldId="2147482904"/>
        </pc:sldMkLst>
        <pc:spChg chg="add mod">
          <ac:chgData name="文浩 郭" userId="6ccc17ab3add3069" providerId="LiveId" clId="{A16DFF17-4FF3-4109-A435-57F25017F4B7}" dt="2026-07-10T08:26:09.911" v="684" actId="207"/>
          <ac:spMkLst>
            <pc:docMk/>
            <pc:sldMk cId="0" sldId="2147482904"/>
            <ac:spMk id="3" creationId="{C61512A1-1763-8480-3EA1-20EDCC258513}"/>
          </ac:spMkLst>
        </pc:spChg>
        <pc:spChg chg="mod">
          <ac:chgData name="文浩 郭" userId="6ccc17ab3add3069" providerId="LiveId" clId="{A16DFF17-4FF3-4109-A435-57F25017F4B7}" dt="2026-07-10T08:11:05.981" v="179" actId="947"/>
          <ac:spMkLst>
            <pc:docMk/>
            <pc:sldMk cId="0" sldId="2147482904"/>
            <ac:spMk id="85" creationId="{00000000-0000-0000-0000-000000000000}"/>
          </ac:spMkLst>
        </pc:spChg>
        <pc:spChg chg="mod">
          <ac:chgData name="文浩 郭" userId="6ccc17ab3add3069" providerId="LiveId" clId="{A16DFF17-4FF3-4109-A435-57F25017F4B7}" dt="2026-07-10T08:11:54.126" v="466"/>
          <ac:spMkLst>
            <pc:docMk/>
            <pc:sldMk cId="0" sldId="2147482904"/>
            <ac:spMk id="86" creationId="{00000000-0000-0000-0000-000000000000}"/>
          </ac:spMkLst>
        </pc:spChg>
        <pc:graphicFrameChg chg="add mod modGraphic">
          <ac:chgData name="文浩 郭" userId="6ccc17ab3add3069" providerId="LiveId" clId="{A16DFF17-4FF3-4109-A435-57F25017F4B7}" dt="2026-07-10T08:26:09.816" v="678" actId="948"/>
          <ac:graphicFrameMkLst>
            <pc:docMk/>
            <pc:sldMk cId="0" sldId="2147482904"/>
            <ac:graphicFrameMk id="2" creationId="{3E0355A8-9D93-E87D-80AD-AF4B413A3B53}"/>
          </ac:graphicFrameMkLst>
        </pc:graphicFrameChg>
        <pc:graphicFrameChg chg="del">
          <ac:chgData name="文浩 郭" userId="6ccc17ab3add3069" providerId="LiveId" clId="{A16DFF17-4FF3-4109-A435-57F25017F4B7}" dt="2026-07-10T08:11:06.005" v="181"/>
          <ac:graphicFrameMkLst>
            <pc:docMk/>
            <pc:sldMk cId="0" sldId="2147482904"/>
            <ac:graphicFrameMk id="87" creationId="{00000000-0000-0000-0000-000000000000}"/>
          </ac:graphicFrameMkLst>
        </pc:graphicFrameChg>
      </pc:sldChg>
      <pc:sldChg chg="modSp add mod ord">
        <pc:chgData name="文浩 郭" userId="6ccc17ab3add3069" providerId="LiveId" clId="{A16DFF17-4FF3-4109-A435-57F25017F4B7}" dt="2026-07-10T08:04:40.105" v="171" actId="20577"/>
        <pc:sldMkLst>
          <pc:docMk/>
          <pc:sldMk cId="2521080309" sldId="2147482906"/>
        </pc:sldMkLst>
        <pc:spChg chg="mod">
          <ac:chgData name="文浩 郭" userId="6ccc17ab3add3069" providerId="LiveId" clId="{A16DFF17-4FF3-4109-A435-57F25017F4B7}" dt="2026-07-10T08:04:40.105" v="171" actId="20577"/>
          <ac:spMkLst>
            <pc:docMk/>
            <pc:sldMk cId="2521080309" sldId="2147482906"/>
            <ac:spMk id="76" creationId="{00000000-0000-0000-0000-000000000000}"/>
          </ac:spMkLst>
        </pc:spChg>
      </pc:sldChg>
    </pc:docChg>
  </pc:docChgLst>
  <pc:docChgLst>
    <pc:chgData name="郭文浩-數位經營部-永豐金證券" userId="274e1ecc-273d-4e1f-a4ac-0f2f0565666d" providerId="ADAL" clId="{40D049B3-D0A6-43DB-8827-ED15BABCAA6A}"/>
    <pc:docChg chg="custSel modSld">
      <pc:chgData name="郭文浩-數位經營部-永豐金證券" userId="274e1ecc-273d-4e1f-a4ac-0f2f0565666d" providerId="ADAL" clId="{40D049B3-D0A6-43DB-8827-ED15BABCAA6A}" dt="2026-07-09T09:31:34.404" v="5" actId="478"/>
      <pc:docMkLst>
        <pc:docMk/>
      </pc:docMkLst>
      <pc:sldChg chg="addSp delSp modSp mod">
        <pc:chgData name="郭文浩-數位經營部-永豐金證券" userId="274e1ecc-273d-4e1f-a4ac-0f2f0565666d" providerId="ADAL" clId="{40D049B3-D0A6-43DB-8827-ED15BABCAA6A}" dt="2026-07-09T09:31:34.404" v="5" actId="478"/>
        <pc:sldMkLst>
          <pc:docMk/>
          <pc:sldMk cId="0" sldId="261"/>
        </pc:sldMkLst>
        <pc:picChg chg="del">
          <ac:chgData name="郭文浩-數位經營部-永豐金證券" userId="274e1ecc-273d-4e1f-a4ac-0f2f0565666d" providerId="ADAL" clId="{40D049B3-D0A6-43DB-8827-ED15BABCAA6A}" dt="2026-07-09T09:29:59.440" v="0" actId="478"/>
          <ac:picMkLst>
            <pc:docMk/>
            <pc:sldMk cId="0" sldId="261"/>
            <ac:picMk id="7" creationId="{B3831D22-A1CF-4098-F2EC-EFCBA42BC858}"/>
          </ac:picMkLst>
        </pc:picChg>
        <pc:picChg chg="add del mod">
          <ac:chgData name="郭文浩-數位經營部-永豐金證券" userId="274e1ecc-273d-4e1f-a4ac-0f2f0565666d" providerId="ADAL" clId="{40D049B3-D0A6-43DB-8827-ED15BABCAA6A}" dt="2026-07-09T09:31:34.404" v="5" actId="478"/>
          <ac:picMkLst>
            <pc:docMk/>
            <pc:sldMk cId="0" sldId="261"/>
            <ac:picMk id="9" creationId="{0044546F-AB75-7120-8DD8-C099F6B13DA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02A1B36-CF89-4CE4-A8DF-FD84EF87482D}" type="datetimeFigureOut">
              <a:rPr lang="zh-TW" altLang="en-US" smtClean="0"/>
              <a:t>2026/7/10</a:t>
            </a:fld>
            <a:endParaRPr lang="zh-TW" altLang="en-US"/>
          </a:p>
        </p:txBody>
      </p:sp>
      <p:sp>
        <p:nvSpPr>
          <p:cNvPr id="4" name="投影片影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按一下以編輯母片文字樣式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31E731EA-1D42-4FED-8EFB-5C1C4CB5B9F4}" type="slidenum">
              <a:rPr lang="zh-TW" altLang="en-US" smtClean="0"/>
              <a:t>‹#›</a:t>
            </a:fld>
            <a:endParaRPr lang="zh-TW" altLang="en-US"/>
          </a:p>
        </p:txBody>
      </p:sp>
    </p:spTree>
    <p:extLst>
      <p:ext uri="{BB962C8B-B14F-4D97-AF65-F5344CB8AC3E}">
        <p14:creationId xmlns:p14="http://schemas.microsoft.com/office/powerpoint/2010/main" val="67077271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
        <p:cNvGrpSpPr/>
        <p:nvPr/>
      </p:nvGrpSpPr>
      <p:grpSpPr>
        <a:xfrm>
          <a:off x="0" y="0"/>
          <a:ext cx="0" cy="0"/>
          <a:chOff x="0" y="0"/>
          <a:chExt cx="0" cy="0"/>
        </a:xfrm>
      </p:grpSpPr>
      <p:sp>
        <p:nvSpPr>
          <p:cNvPr id="32" name="Google Shape;32;p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 name="Google Shape;33;p5:notes"/>
          <p:cNvSpPr txBox="1">
            <a:spLocks noGrp="1"/>
          </p:cNvSpPr>
          <p:nvPr>
            <p:ph type="body" idx="1"/>
          </p:nvPr>
        </p:nvSpPr>
        <p:spPr>
          <a:xfrm>
            <a:off x="679768" y="4777194"/>
            <a:ext cx="5438140" cy="3908614"/>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34" name="Google Shape;34;p5: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altLang="zh-TW"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2</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
        <p:cNvGrpSpPr/>
        <p:nvPr/>
      </p:nvGrpSpPr>
      <p:grpSpPr>
        <a:xfrm>
          <a:off x="0" y="0"/>
          <a:ext cx="0" cy="0"/>
          <a:chOff x="0" y="0"/>
          <a:chExt cx="0" cy="0"/>
        </a:xfrm>
      </p:grpSpPr>
      <p:sp>
        <p:nvSpPr>
          <p:cNvPr id="40" name="Google Shape;40;p1: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1" name="Google Shape;41;p1:notes"/>
          <p:cNvSpPr txBox="1">
            <a:spLocks noGrp="1"/>
          </p:cNvSpPr>
          <p:nvPr>
            <p:ph type="body" idx="1"/>
          </p:nvPr>
        </p:nvSpPr>
        <p:spPr>
          <a:xfrm>
            <a:off x="679768" y="4777194"/>
            <a:ext cx="5438140" cy="3908614"/>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42" name="Google Shape;42;p1: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altLang="zh-TW"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3</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
        <p:cNvGrpSpPr/>
        <p:nvPr/>
      </p:nvGrpSpPr>
      <p:grpSpPr>
        <a:xfrm>
          <a:off x="0" y="0"/>
          <a:ext cx="0" cy="0"/>
          <a:chOff x="0" y="0"/>
          <a:chExt cx="0" cy="0"/>
        </a:xfrm>
      </p:grpSpPr>
      <p:sp>
        <p:nvSpPr>
          <p:cNvPr id="65" name="Google Shape;65;p7: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 name="Google Shape;66;p7:notes"/>
          <p:cNvSpPr txBox="1">
            <a:spLocks noGrp="1"/>
          </p:cNvSpPr>
          <p:nvPr>
            <p:ph type="body" idx="1"/>
          </p:nvPr>
        </p:nvSpPr>
        <p:spPr>
          <a:xfrm>
            <a:off x="679768" y="4777194"/>
            <a:ext cx="5438140" cy="3908614"/>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67" name="Google Shape;67;p7: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altLang="zh-TW"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4</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8: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8:notes"/>
          <p:cNvSpPr txBox="1">
            <a:spLocks noGrp="1"/>
          </p:cNvSpPr>
          <p:nvPr>
            <p:ph type="body" idx="1"/>
          </p:nvPr>
        </p:nvSpPr>
        <p:spPr>
          <a:xfrm>
            <a:off x="679768" y="4777194"/>
            <a:ext cx="5438140" cy="3908614"/>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74" name="Google Shape;74;p8: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altLang="zh-TW"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5</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
        <p:cNvGrpSpPr/>
        <p:nvPr/>
      </p:nvGrpSpPr>
      <p:grpSpPr>
        <a:xfrm>
          <a:off x="0" y="0"/>
          <a:ext cx="0" cy="0"/>
          <a:chOff x="0" y="0"/>
          <a:chExt cx="0" cy="0"/>
        </a:xfrm>
      </p:grpSpPr>
      <p:sp>
        <p:nvSpPr>
          <p:cNvPr id="80" name="Google Shape;80;g3e9888fc26a_0_5: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1" name="Google Shape;81;g3e9888fc26a_0_5:notes"/>
          <p:cNvSpPr txBox="1">
            <a:spLocks noGrp="1"/>
          </p:cNvSpPr>
          <p:nvPr>
            <p:ph type="body" idx="1"/>
          </p:nvPr>
        </p:nvSpPr>
        <p:spPr>
          <a:xfrm>
            <a:off x="679768" y="4777194"/>
            <a:ext cx="5438100" cy="3908700"/>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82" name="Google Shape;82;g3e9888fc26a_0_5:notes"/>
          <p:cNvSpPr txBox="1">
            <a:spLocks noGrp="1"/>
          </p:cNvSpPr>
          <p:nvPr>
            <p:ph type="sldNum" idx="12"/>
          </p:nvPr>
        </p:nvSpPr>
        <p:spPr>
          <a:xfrm>
            <a:off x="3850443" y="9428584"/>
            <a:ext cx="2945700" cy="498000"/>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altLang="zh-TW"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6</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9: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9:notes"/>
          <p:cNvSpPr txBox="1">
            <a:spLocks noGrp="1"/>
          </p:cNvSpPr>
          <p:nvPr>
            <p:ph type="body" idx="1"/>
          </p:nvPr>
        </p:nvSpPr>
        <p:spPr>
          <a:xfrm>
            <a:off x="679768" y="4777194"/>
            <a:ext cx="5438140" cy="3908614"/>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91" name="Google Shape;91;p9: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altLang="zh-TW"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7</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
        <p:cNvGrpSpPr/>
        <p:nvPr/>
      </p:nvGrpSpPr>
      <p:grpSpPr>
        <a:xfrm>
          <a:off x="0" y="0"/>
          <a:ext cx="0" cy="0"/>
          <a:chOff x="0" y="0"/>
          <a:chExt cx="0" cy="0"/>
        </a:xfrm>
      </p:grpSpPr>
      <p:sp>
        <p:nvSpPr>
          <p:cNvPr id="72" name="Google Shape;72;p8:notes"/>
          <p:cNvSpPr>
            <a:spLocks noGrp="1" noRot="1" noChangeAspect="1"/>
          </p:cNvSpPr>
          <p:nvPr>
            <p:ph type="sldImg" idx="2"/>
          </p:nvPr>
        </p:nvSpPr>
        <p:spPr>
          <a:xfrm>
            <a:off x="422275" y="1241425"/>
            <a:ext cx="5953125" cy="3349625"/>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3" name="Google Shape;73;p8:notes"/>
          <p:cNvSpPr txBox="1">
            <a:spLocks noGrp="1"/>
          </p:cNvSpPr>
          <p:nvPr>
            <p:ph type="body" idx="1"/>
          </p:nvPr>
        </p:nvSpPr>
        <p:spPr>
          <a:xfrm>
            <a:off x="679768" y="4777194"/>
            <a:ext cx="5438140" cy="3908614"/>
          </a:xfrm>
          <a:prstGeom prst="rect">
            <a:avLst/>
          </a:prstGeom>
          <a:noFill/>
          <a:ln>
            <a:noFill/>
          </a:ln>
        </p:spPr>
        <p:txBody>
          <a:bodyPr spcFirstLastPara="1" wrap="square" lIns="91425" tIns="45700" rIns="91425" bIns="45700" anchor="t" anchorCtr="0">
            <a:noAutofit/>
          </a:bodyPr>
          <a:lstStyle/>
          <a:p>
            <a:pPr marL="457200" marR="0" lvl="0" indent="-228600" algn="l" rtl="0">
              <a:lnSpc>
                <a:spcPct val="100000"/>
              </a:lnSpc>
              <a:spcBef>
                <a:spcPts val="0"/>
              </a:spcBef>
              <a:spcAft>
                <a:spcPts val="0"/>
              </a:spcAft>
              <a:buSzPts val="1400"/>
              <a:buNone/>
            </a:pPr>
            <a:endParaRPr/>
          </a:p>
        </p:txBody>
      </p:sp>
      <p:sp>
        <p:nvSpPr>
          <p:cNvPr id="74" name="Google Shape;74;p8:notes"/>
          <p:cNvSpPr txBox="1">
            <a:spLocks noGrp="1"/>
          </p:cNvSpPr>
          <p:nvPr>
            <p:ph type="sldNum" idx="12"/>
          </p:nvPr>
        </p:nvSpPr>
        <p:spPr>
          <a:xfrm>
            <a:off x="3850443" y="9428584"/>
            <a:ext cx="2945659" cy="498055"/>
          </a:xfrm>
          <a:prstGeom prst="rect">
            <a:avLst/>
          </a:prstGeom>
          <a:noFill/>
          <a:ln>
            <a:noFill/>
          </a:ln>
        </p:spPr>
        <p:txBody>
          <a:bodyPr spcFirstLastPara="1" wrap="square" lIns="91425" tIns="45700" rIns="91425" bIns="45700" anchor="b" anchorCtr="0">
            <a:noAutofit/>
          </a:bodyPr>
          <a:lstStyle/>
          <a:p>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fld id="{00000000-1234-1234-1234-123412341234}" type="slidenum">
              <a:rPr kumimoji="0" lang="en-US" altLang="zh-TW" sz="1200" b="0" i="0" u="none" strike="noStrike" kern="0" cap="none" spc="0" normalizeH="0" baseline="0" noProof="0">
                <a:ln>
                  <a:noFill/>
                </a:ln>
                <a:solidFill>
                  <a:srgbClr val="000000"/>
                </a:solidFill>
                <a:effectLst/>
                <a:uLnTx/>
                <a:uFillTx/>
                <a:latin typeface="Calibri"/>
                <a:ea typeface="Calibri"/>
                <a:cs typeface="Calibri"/>
                <a:sym typeface="Calibri"/>
              </a:rPr>
              <a:pPr marL="0" marR="0" lvl="0" indent="0" algn="r" defTabSz="914400" rtl="0" eaLnBrk="1" fontAlgn="auto" latinLnBrk="0" hangingPunct="1">
                <a:lnSpc>
                  <a:spcPct val="100000"/>
                </a:lnSpc>
                <a:spcBef>
                  <a:spcPts val="0"/>
                </a:spcBef>
                <a:spcAft>
                  <a:spcPts val="0"/>
                </a:spcAft>
                <a:buClr>
                  <a:srgbClr val="000000"/>
                </a:buClr>
                <a:buSzPts val="1200"/>
                <a:buFont typeface="Arial"/>
                <a:buNone/>
                <a:tabLst/>
                <a:defRPr/>
              </a:pPr>
              <a:t>8</a:t>
            </a:fld>
            <a:endParaRPr kumimoji="0" sz="1200" b="0" i="0" u="none" strike="noStrike" kern="0" cap="none" spc="0" normalizeH="0" baseline="0" noProof="0">
              <a:ln>
                <a:noFill/>
              </a:ln>
              <a:solidFill>
                <a:srgbClr val="000000"/>
              </a:solidFill>
              <a:effectLst/>
              <a:uLnTx/>
              <a:uFillTx/>
              <a:latin typeface="Calibri"/>
              <a:ea typeface="Calibri"/>
              <a:cs typeface="Calibri"/>
              <a:sym typeface="Calibri"/>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tags" Target="../tags/tag1.xml"/><Relationship Id="rId2" Type="http://schemas.openxmlformats.org/officeDocument/2006/relationships/slideMaster" Target="../slideMasters/slideMaster1.xml"/><Relationship Id="rId3"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4.png"/></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userDrawn="1">
  <p:cSld name="標題投影片">
    <p:spTree>
      <p:nvGrpSpPr>
        <p:cNvPr id="1" name=""/>
        <p:cNvGrpSpPr/>
        <p:nvPr/>
      </p:nvGrpSpPr>
      <p:grpSpPr>
        <a:xfrm>
          <a:off x="0" y="0"/>
          <a:ext cx="0" cy="0"/>
          <a:chOff x="0" y="0"/>
          <a:chExt cx="0" cy="0"/>
        </a:xfrm>
      </p:grpSpPr>
      <p:pic>
        <p:nvPicPr>
          <p:cNvPr id="3" name="圖片 2" descr="一張含有 符號, 圖形, 標誌, 字型 的圖片&#10;&#10;AI 產生的內容可能不正確。">
            <a:extLst>
              <a:ext uri="{FF2B5EF4-FFF2-40B4-BE49-F238E27FC236}">
                <a16:creationId xmlns:a16="http://schemas.microsoft.com/office/drawing/2014/main" id="{C6A699EE-8FDB-BF8A-D915-B400958561FC}"/>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478932" y="307942"/>
            <a:ext cx="2350833" cy="562759"/>
          </a:xfrm>
          <a:prstGeom prst="rect">
            <a:avLst/>
          </a:prstGeom>
        </p:spPr>
      </p:pic>
      <p:grpSp>
        <p:nvGrpSpPr>
          <p:cNvPr id="5" name="McK Title Elements"/>
          <p:cNvGrpSpPr>
            <a:grpSpLocks/>
          </p:cNvGrpSpPr>
          <p:nvPr userDrawn="1"/>
        </p:nvGrpSpPr>
        <p:grpSpPr bwMode="auto">
          <a:xfrm>
            <a:off x="3591727" y="2183416"/>
            <a:ext cx="6840045" cy="4601696"/>
            <a:chOff x="1663" y="1348"/>
            <a:chExt cx="3167" cy="2841"/>
          </a:xfrm>
        </p:grpSpPr>
        <p:sp>
          <p:nvSpPr>
            <p:cNvPr id="6" name="McK Confidential" hidden="1"/>
            <p:cNvSpPr txBox="1">
              <a:spLocks noChangeArrowheads="1"/>
            </p:cNvSpPr>
            <p:nvPr userDrawn="1"/>
          </p:nvSpPr>
          <p:spPr bwMode="auto">
            <a:xfrm>
              <a:off x="1663" y="1348"/>
              <a:ext cx="936"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28" b="0">
                  <a:ea typeface="新細明體" charset="-120"/>
                </a:rPr>
                <a:t>CONFIDENTIAL</a:t>
              </a:r>
            </a:p>
          </p:txBody>
        </p:sp>
        <p:sp>
          <p:nvSpPr>
            <p:cNvPr id="7" name="McK Document" hidden="1"/>
            <p:cNvSpPr txBox="1">
              <a:spLocks noChangeArrowheads="1"/>
            </p:cNvSpPr>
            <p:nvPr userDrawn="1"/>
          </p:nvSpPr>
          <p:spPr bwMode="auto">
            <a:xfrm>
              <a:off x="1663" y="3045"/>
              <a:ext cx="3167"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28" b="0">
                  <a:ea typeface="新細明體" charset="-120"/>
                </a:rPr>
                <a:t>Document</a:t>
              </a:r>
            </a:p>
          </p:txBody>
        </p:sp>
        <p:sp>
          <p:nvSpPr>
            <p:cNvPr id="8" name="McK Date" hidden="1"/>
            <p:cNvSpPr txBox="1">
              <a:spLocks noChangeArrowheads="1"/>
            </p:cNvSpPr>
            <p:nvPr userDrawn="1"/>
          </p:nvSpPr>
          <p:spPr bwMode="auto">
            <a:xfrm>
              <a:off x="1663" y="3216"/>
              <a:ext cx="3167" cy="1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eaLnBrk="1" hangingPunct="1">
                <a:defRPr/>
              </a:pPr>
              <a:r>
                <a:rPr lang="en-US" altLang="zh-TW" sz="1428" b="0">
                  <a:ea typeface="新細明體" charset="-120"/>
                </a:rPr>
                <a:t>Date</a:t>
              </a:r>
            </a:p>
          </p:txBody>
        </p:sp>
        <p:sp>
          <p:nvSpPr>
            <p:cNvPr id="9" name="McK Disclaimer" hidden="1"/>
            <p:cNvSpPr>
              <a:spLocks noChangeArrowheads="1"/>
            </p:cNvSpPr>
            <p:nvPr userDrawn="1">
              <p:custDataLst>
                <p:tags r:id="rId1"/>
              </p:custDataLst>
            </p:nvPr>
          </p:nvSpPr>
          <p:spPr bwMode="auto">
            <a:xfrm>
              <a:off x="1663" y="3833"/>
              <a:ext cx="2303" cy="3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chor="b">
              <a:spAutoFit/>
            </a:bodyPr>
            <a:lstStyle>
              <a:lvl1pPr defTabSz="804863" eaLnBrk="0" hangingPunct="0">
                <a:defRPr sz="4000" b="1">
                  <a:solidFill>
                    <a:schemeClr val="tx1"/>
                  </a:solidFill>
                  <a:latin typeface="Arial" charset="0"/>
                  <a:ea typeface="华文楷体" pitchFamily="2" charset="-122"/>
                </a:defRPr>
              </a:lvl1pPr>
              <a:lvl2pPr marL="742950" indent="-285750" defTabSz="804863" eaLnBrk="0" hangingPunct="0">
                <a:defRPr sz="4000" b="1">
                  <a:solidFill>
                    <a:schemeClr val="tx1"/>
                  </a:solidFill>
                  <a:latin typeface="Arial" charset="0"/>
                  <a:ea typeface="华文楷体" pitchFamily="2" charset="-122"/>
                </a:defRPr>
              </a:lvl2pPr>
              <a:lvl3pPr marL="1143000" indent="-228600" defTabSz="804863" eaLnBrk="0" hangingPunct="0">
                <a:defRPr sz="4000" b="1">
                  <a:solidFill>
                    <a:schemeClr val="tx1"/>
                  </a:solidFill>
                  <a:latin typeface="Arial" charset="0"/>
                  <a:ea typeface="华文楷体" pitchFamily="2" charset="-122"/>
                </a:defRPr>
              </a:lvl3pPr>
              <a:lvl4pPr marL="1600200" indent="-228600" defTabSz="804863" eaLnBrk="0" hangingPunct="0">
                <a:defRPr sz="4000" b="1">
                  <a:solidFill>
                    <a:schemeClr val="tx1"/>
                  </a:solidFill>
                  <a:latin typeface="Arial" charset="0"/>
                  <a:ea typeface="华文楷体" pitchFamily="2" charset="-122"/>
                </a:defRPr>
              </a:lvl4pPr>
              <a:lvl5pPr marL="2057400" indent="-228600" defTabSz="804863" eaLnBrk="0" hangingPunct="0">
                <a:defRPr sz="4000" b="1">
                  <a:solidFill>
                    <a:schemeClr val="tx1"/>
                  </a:solidFill>
                  <a:latin typeface="Arial" charset="0"/>
                  <a:ea typeface="华文楷体" pitchFamily="2" charset="-122"/>
                </a:defRPr>
              </a:lvl5pPr>
              <a:lvl6pPr marL="2514600" indent="-228600" defTabSz="804863"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defTabSz="804863"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defTabSz="804863"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defTabSz="804863" eaLnBrk="0" fontAlgn="base" hangingPunct="0">
                <a:spcBef>
                  <a:spcPct val="0"/>
                </a:spcBef>
                <a:spcAft>
                  <a:spcPct val="0"/>
                </a:spcAft>
                <a:defRPr sz="4000" b="1">
                  <a:solidFill>
                    <a:schemeClr val="tx1"/>
                  </a:solidFill>
                  <a:latin typeface="Arial" charset="0"/>
                  <a:ea typeface="华文楷体" pitchFamily="2" charset="-122"/>
                </a:defRPr>
              </a:lvl9pPr>
            </a:lstStyle>
            <a:p>
              <a:pPr>
                <a:defRPr/>
              </a:pPr>
              <a:r>
                <a:rPr lang="en-US" altLang="zh-TW" sz="918" b="0">
                  <a:ea typeface="新細明體" charset="-120"/>
                </a:rPr>
                <a:t>This report is solely for the use of client personnel.  No part of it may be circulated, quoted, or reproduced for distribution outside the client organization without prior written approval from McKinsey &amp; Company. This material was used by McKinsey &amp; Company during an oral presentation; it is not a complete record of the discussion.</a:t>
              </a:r>
            </a:p>
          </p:txBody>
        </p:sp>
      </p:grpSp>
      <p:sp>
        <p:nvSpPr>
          <p:cNvPr id="10" name="Line 197"/>
          <p:cNvSpPr>
            <a:spLocks noChangeShapeType="1"/>
          </p:cNvSpPr>
          <p:nvPr userDrawn="1"/>
        </p:nvSpPr>
        <p:spPr bwMode="auto">
          <a:xfrm>
            <a:off x="1133890" y="3030543"/>
            <a:ext cx="10030052" cy="0"/>
          </a:xfrm>
          <a:prstGeom prst="line">
            <a:avLst/>
          </a:prstGeom>
          <a:noFill/>
          <a:ln w="15875">
            <a:solidFill>
              <a:srgbClr val="FF0000"/>
            </a:solidFill>
            <a:round/>
            <a:headEnd/>
            <a:tailEnd/>
          </a:ln>
          <a:extLst>
            <a:ext uri="{909E8E84-426E-40DD-AFC4-6F175D3DCCD1}">
              <a14:hiddenFill xmlns:a14="http://schemas.microsoft.com/office/drawing/2010/main">
                <a:noFill/>
              </a14:hiddenFill>
            </a:ext>
          </a:extLst>
        </p:spPr>
        <p:txBody>
          <a:bodyPr/>
          <a:lstStyle/>
          <a:p>
            <a:endParaRPr lang="zh-TW" altLang="en-US" sz="4081">
              <a:latin typeface="微軟正黑體" panose="020B0604030504040204" pitchFamily="34" charset="-120"/>
              <a:ea typeface="微軟正黑體" panose="020B0604030504040204" pitchFamily="34" charset="-120"/>
            </a:endParaRPr>
          </a:p>
        </p:txBody>
      </p:sp>
      <p:sp>
        <p:nvSpPr>
          <p:cNvPr id="15" name="標題 1"/>
          <p:cNvSpPr>
            <a:spLocks noGrp="1"/>
          </p:cNvSpPr>
          <p:nvPr>
            <p:ph type="title"/>
          </p:nvPr>
        </p:nvSpPr>
        <p:spPr>
          <a:xfrm>
            <a:off x="2122181" y="2304993"/>
            <a:ext cx="8159422" cy="717546"/>
          </a:xfrm>
          <a:prstGeom prst="rect">
            <a:avLst/>
          </a:prstGeom>
        </p:spPr>
        <p:txBody>
          <a:bodyPr anchor="ctr"/>
          <a:lstStyle>
            <a:lvl1pPr algn="ctr">
              <a:defRPr sz="3673">
                <a:solidFill>
                  <a:schemeClr val="tx1"/>
                </a:solidFill>
                <a:latin typeface="微軟正黑體" panose="020B0604030504040204" pitchFamily="34" charset="-120"/>
                <a:ea typeface="微軟正黑體" panose="020B0604030504040204" pitchFamily="34" charset="-120"/>
              </a:defRPr>
            </a:lvl1pPr>
          </a:lstStyle>
          <a:p>
            <a:r>
              <a:rPr lang="zh-TW" altLang="en-US" dirty="0"/>
              <a:t>按一下以編輯母片標題樣式</a:t>
            </a:r>
          </a:p>
        </p:txBody>
      </p:sp>
      <p:sp>
        <p:nvSpPr>
          <p:cNvPr id="19" name="文字版面配置區 3"/>
          <p:cNvSpPr>
            <a:spLocks noGrp="1"/>
          </p:cNvSpPr>
          <p:nvPr>
            <p:ph type="body" sz="half" idx="2"/>
          </p:nvPr>
        </p:nvSpPr>
        <p:spPr>
          <a:xfrm>
            <a:off x="3128389" y="4489744"/>
            <a:ext cx="6502357" cy="559288"/>
          </a:xfrm>
          <a:prstGeom prst="rect">
            <a:avLst/>
          </a:prstGeom>
        </p:spPr>
        <p:txBody>
          <a:bodyPr anchor="ctr"/>
          <a:lstStyle>
            <a:lvl1pPr marL="0" indent="0" algn="ctr">
              <a:buNone/>
              <a:defRPr sz="2857" b="1">
                <a:latin typeface="微軟正黑體" panose="020B0604030504040204" pitchFamily="34" charset="-120"/>
                <a:ea typeface="微軟正黑體" panose="020B0604030504040204" pitchFamily="34" charset="-120"/>
              </a:defRPr>
            </a:lvl1pPr>
            <a:lvl2pPr marL="466481" indent="0">
              <a:buNone/>
              <a:defRPr sz="1224"/>
            </a:lvl2pPr>
            <a:lvl3pPr marL="932962" indent="0">
              <a:buNone/>
              <a:defRPr sz="1020"/>
            </a:lvl3pPr>
            <a:lvl4pPr marL="1399443" indent="0">
              <a:buNone/>
              <a:defRPr sz="918"/>
            </a:lvl4pPr>
            <a:lvl5pPr marL="1865925" indent="0">
              <a:buNone/>
              <a:defRPr sz="918"/>
            </a:lvl5pPr>
            <a:lvl6pPr marL="2332406" indent="0">
              <a:buNone/>
              <a:defRPr sz="918"/>
            </a:lvl6pPr>
            <a:lvl7pPr marL="2798887" indent="0">
              <a:buNone/>
              <a:defRPr sz="918"/>
            </a:lvl7pPr>
            <a:lvl8pPr marL="3265368" indent="0">
              <a:buNone/>
              <a:defRPr sz="918"/>
            </a:lvl8pPr>
            <a:lvl9pPr marL="3731849" indent="0">
              <a:buNone/>
              <a:defRPr sz="918"/>
            </a:lvl9pPr>
          </a:lstStyle>
          <a:p>
            <a:pPr lvl="0"/>
            <a:r>
              <a:rPr lang="zh-TW" altLang="en-US"/>
              <a:t>按一下以編輯母片文字樣式</a:t>
            </a:r>
          </a:p>
        </p:txBody>
      </p:sp>
      <p:sp>
        <p:nvSpPr>
          <p:cNvPr id="20" name="文字版面配置區 3"/>
          <p:cNvSpPr>
            <a:spLocks noGrp="1"/>
          </p:cNvSpPr>
          <p:nvPr>
            <p:ph type="body" sz="half" idx="10"/>
          </p:nvPr>
        </p:nvSpPr>
        <p:spPr>
          <a:xfrm>
            <a:off x="3786999" y="5584121"/>
            <a:ext cx="5122507" cy="414941"/>
          </a:xfrm>
          <a:prstGeom prst="rect">
            <a:avLst/>
          </a:prstGeom>
        </p:spPr>
        <p:txBody>
          <a:bodyPr anchor="ctr"/>
          <a:lstStyle>
            <a:lvl1pPr marL="0" indent="0" algn="ctr">
              <a:buNone/>
              <a:defRPr sz="1632" b="1">
                <a:latin typeface="微軟正黑體" panose="020B0604030504040204" pitchFamily="34" charset="-120"/>
                <a:ea typeface="微軟正黑體" panose="020B0604030504040204" pitchFamily="34" charset="-120"/>
              </a:defRPr>
            </a:lvl1pPr>
            <a:lvl2pPr marL="466481" indent="0">
              <a:buNone/>
              <a:defRPr sz="1224"/>
            </a:lvl2pPr>
            <a:lvl3pPr marL="932962" indent="0">
              <a:buNone/>
              <a:defRPr sz="1020"/>
            </a:lvl3pPr>
            <a:lvl4pPr marL="1399443" indent="0">
              <a:buNone/>
              <a:defRPr sz="918"/>
            </a:lvl4pPr>
            <a:lvl5pPr marL="1865925" indent="0">
              <a:buNone/>
              <a:defRPr sz="918"/>
            </a:lvl5pPr>
            <a:lvl6pPr marL="2332406" indent="0">
              <a:buNone/>
              <a:defRPr sz="918"/>
            </a:lvl6pPr>
            <a:lvl7pPr marL="2798887" indent="0">
              <a:buNone/>
              <a:defRPr sz="918"/>
            </a:lvl7pPr>
            <a:lvl8pPr marL="3265368" indent="0">
              <a:buNone/>
              <a:defRPr sz="918"/>
            </a:lvl8pPr>
            <a:lvl9pPr marL="3731849" indent="0">
              <a:buNone/>
              <a:defRPr sz="918"/>
            </a:lvl9pPr>
          </a:lstStyle>
          <a:p>
            <a:pPr lvl="0"/>
            <a:r>
              <a:rPr lang="zh-TW" altLang="en-US"/>
              <a:t>按一下以編輯母片文字樣式</a:t>
            </a:r>
          </a:p>
        </p:txBody>
      </p:sp>
      <p:sp>
        <p:nvSpPr>
          <p:cNvPr id="13" name="矩形 9">
            <a:extLst>
              <a:ext uri="{FF2B5EF4-FFF2-40B4-BE49-F238E27FC236}">
                <a16:creationId xmlns:a16="http://schemas.microsoft.com/office/drawing/2014/main" id="{6FDD3136-7EFB-4718-9F66-8669A6D38D54}"/>
              </a:ext>
            </a:extLst>
          </p:cNvPr>
          <p:cNvSpPr>
            <a:spLocks noChangeArrowheads="1"/>
          </p:cNvSpPr>
          <p:nvPr userDrawn="1"/>
        </p:nvSpPr>
        <p:spPr bwMode="auto">
          <a:xfrm>
            <a:off x="17280" y="6547456"/>
            <a:ext cx="531308" cy="22812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spAutoFit/>
          </a:bodyPr>
          <a:lstStyle>
            <a:lvl1pPr eaLnBrk="0" hangingPunct="0">
              <a:defRPr sz="4000" b="1">
                <a:solidFill>
                  <a:schemeClr val="tx1"/>
                </a:solidFill>
                <a:latin typeface="Arial" charset="0"/>
                <a:ea typeface="华文楷体" pitchFamily="2" charset="-122"/>
              </a:defRPr>
            </a:lvl1pPr>
            <a:lvl2pPr marL="742950" indent="-285750" eaLnBrk="0" hangingPunct="0">
              <a:defRPr sz="4000" b="1">
                <a:solidFill>
                  <a:schemeClr val="tx1"/>
                </a:solidFill>
                <a:latin typeface="Arial" charset="0"/>
                <a:ea typeface="华文楷体" pitchFamily="2" charset="-122"/>
              </a:defRPr>
            </a:lvl2pPr>
            <a:lvl3pPr marL="1143000" indent="-228600" eaLnBrk="0" hangingPunct="0">
              <a:defRPr sz="4000" b="1">
                <a:solidFill>
                  <a:schemeClr val="tx1"/>
                </a:solidFill>
                <a:latin typeface="Arial" charset="0"/>
                <a:ea typeface="华文楷体" pitchFamily="2" charset="-122"/>
              </a:defRPr>
            </a:lvl3pPr>
            <a:lvl4pPr marL="1600200" indent="-228600" eaLnBrk="0" hangingPunct="0">
              <a:defRPr sz="4000" b="1">
                <a:solidFill>
                  <a:schemeClr val="tx1"/>
                </a:solidFill>
                <a:latin typeface="Arial" charset="0"/>
                <a:ea typeface="华文楷体" pitchFamily="2" charset="-122"/>
              </a:defRPr>
            </a:lvl4pPr>
            <a:lvl5pPr marL="2057400" indent="-228600" eaLnBrk="0" hangingPunct="0">
              <a:defRPr sz="4000" b="1">
                <a:solidFill>
                  <a:schemeClr val="tx1"/>
                </a:solidFill>
                <a:latin typeface="Arial" charset="0"/>
                <a:ea typeface="华文楷体" pitchFamily="2" charset="-122"/>
              </a:defRPr>
            </a:lvl5pPr>
            <a:lvl6pPr marL="2514600" indent="-228600" eaLnBrk="0" fontAlgn="base" hangingPunct="0">
              <a:spcBef>
                <a:spcPct val="0"/>
              </a:spcBef>
              <a:spcAft>
                <a:spcPct val="0"/>
              </a:spcAft>
              <a:defRPr sz="4000" b="1">
                <a:solidFill>
                  <a:schemeClr val="tx1"/>
                </a:solidFill>
                <a:latin typeface="Arial" charset="0"/>
                <a:ea typeface="华文楷体" pitchFamily="2" charset="-122"/>
              </a:defRPr>
            </a:lvl6pPr>
            <a:lvl7pPr marL="2971800" indent="-228600" eaLnBrk="0" fontAlgn="base" hangingPunct="0">
              <a:spcBef>
                <a:spcPct val="0"/>
              </a:spcBef>
              <a:spcAft>
                <a:spcPct val="0"/>
              </a:spcAft>
              <a:defRPr sz="4000" b="1">
                <a:solidFill>
                  <a:schemeClr val="tx1"/>
                </a:solidFill>
                <a:latin typeface="Arial" charset="0"/>
                <a:ea typeface="华文楷体" pitchFamily="2" charset="-122"/>
              </a:defRPr>
            </a:lvl7pPr>
            <a:lvl8pPr marL="3429000" indent="-228600" eaLnBrk="0" fontAlgn="base" hangingPunct="0">
              <a:spcBef>
                <a:spcPct val="0"/>
              </a:spcBef>
              <a:spcAft>
                <a:spcPct val="0"/>
              </a:spcAft>
              <a:defRPr sz="4000" b="1">
                <a:solidFill>
                  <a:schemeClr val="tx1"/>
                </a:solidFill>
                <a:latin typeface="Arial" charset="0"/>
                <a:ea typeface="华文楷体" pitchFamily="2" charset="-122"/>
              </a:defRPr>
            </a:lvl8pPr>
            <a:lvl9pPr marL="3886200" indent="-228600" eaLnBrk="0" fontAlgn="base" hangingPunct="0">
              <a:spcBef>
                <a:spcPct val="0"/>
              </a:spcBef>
              <a:spcAft>
                <a:spcPct val="0"/>
              </a:spcAft>
              <a:defRPr sz="4000" b="1">
                <a:solidFill>
                  <a:schemeClr val="tx1"/>
                </a:solidFill>
                <a:latin typeface="Arial" charset="0"/>
                <a:ea typeface="华文楷体" pitchFamily="2" charset="-122"/>
              </a:defRPr>
            </a:lvl9pPr>
          </a:lstStyle>
          <a:p>
            <a:pPr algn="ctr" eaLnBrk="1" hangingPunct="1">
              <a:lnSpc>
                <a:spcPts val="1020"/>
              </a:lnSpc>
              <a:defRPr/>
            </a:pPr>
            <a:fld id="{B24A712F-B284-4871-8CF9-DC6E056DBACF}" type="slidenum">
              <a:rPr lang="en-US" altLang="zh-TW" sz="1224" b="0" smtClean="0">
                <a:ea typeface="微軟正黑體" pitchFamily="34" charset="-120"/>
              </a:rPr>
              <a:pPr algn="ctr" eaLnBrk="1" hangingPunct="1">
                <a:lnSpc>
                  <a:spcPts val="1020"/>
                </a:lnSpc>
                <a:defRPr/>
              </a:pPr>
              <a:t>‹#›</a:t>
            </a:fld>
            <a:endParaRPr lang="en-US" altLang="zh-TW" sz="1224" b="0" dirty="0">
              <a:ea typeface="微軟正黑體" pitchFamily="34" charset="-120"/>
            </a:endParaRPr>
          </a:p>
        </p:txBody>
      </p:sp>
    </p:spTree>
    <p:extLst>
      <p:ext uri="{BB962C8B-B14F-4D97-AF65-F5344CB8AC3E}">
        <p14:creationId xmlns:p14="http://schemas.microsoft.com/office/powerpoint/2010/main" val="140888183"/>
      </p:ext>
    </p:extLst>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標題及物件">
  <p:cSld name="標題及物件">
    <p:spTree>
      <p:nvGrpSpPr>
        <p:cNvPr id="1" name="Shape 14"/>
        <p:cNvGrpSpPr/>
        <p:nvPr/>
      </p:nvGrpSpPr>
      <p:grpSpPr>
        <a:xfrm>
          <a:off x="0" y="0"/>
          <a:ext cx="0" cy="0"/>
          <a:chOff x="0" y="0"/>
          <a:chExt cx="0" cy="0"/>
        </a:xfrm>
      </p:grpSpPr>
      <p:sp>
        <p:nvSpPr>
          <p:cNvPr id="15" name="Google Shape;15;p13"/>
          <p:cNvSpPr txBox="1">
            <a:spLocks noGrp="1"/>
          </p:cNvSpPr>
          <p:nvPr>
            <p:ph type="title"/>
          </p:nvPr>
        </p:nvSpPr>
        <p:spPr>
          <a:xfrm>
            <a:off x="365895" y="150922"/>
            <a:ext cx="11342694" cy="635226"/>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3265" b="0" i="0" u="none" strike="noStrike" cap="none">
                <a:solidFill>
                  <a:schemeClr val="dk1"/>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6" name="Google Shape;16;p13"/>
          <p:cNvSpPr txBox="1">
            <a:spLocks noGrp="1"/>
          </p:cNvSpPr>
          <p:nvPr>
            <p:ph type="body" idx="1"/>
          </p:nvPr>
        </p:nvSpPr>
        <p:spPr>
          <a:xfrm>
            <a:off x="406040" y="907057"/>
            <a:ext cx="11336724" cy="5474738"/>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2449" b="0" i="0" u="none" strike="noStrike" cap="none">
                <a:solidFill>
                  <a:srgbClr val="000000"/>
                </a:solidFill>
                <a:latin typeface="Microsoft JhengHei"/>
                <a:ea typeface="Microsoft JhengHei"/>
                <a:cs typeface="Microsoft JhengHei"/>
                <a:sym typeface="Microsoft JhengHei"/>
              </a:defRPr>
            </a:lvl1pPr>
            <a:lvl2pPr marL="914400" marR="0" lvl="1" indent="-358204" algn="l" rtl="0">
              <a:lnSpc>
                <a:spcPct val="100000"/>
              </a:lnSpc>
              <a:spcBef>
                <a:spcPts val="612"/>
              </a:spcBef>
              <a:spcAft>
                <a:spcPts val="0"/>
              </a:spcAft>
              <a:buClr>
                <a:srgbClr val="000000"/>
              </a:buClr>
              <a:buSzPts val="2041"/>
              <a:buFont typeface="Noto Sans Symbols"/>
              <a:buChar char="■"/>
              <a:defRPr sz="2041" b="0" i="0" u="none" strike="noStrike" cap="none">
                <a:solidFill>
                  <a:srgbClr val="000000"/>
                </a:solidFill>
                <a:latin typeface="Microsoft JhengHei"/>
                <a:ea typeface="Microsoft JhengHei"/>
                <a:cs typeface="Microsoft JhengHei"/>
                <a:sym typeface="Microsoft JhengHei"/>
              </a:defRPr>
            </a:lvl2pPr>
            <a:lvl3pPr marL="1371600" marR="0" lvl="2" indent="-345249" algn="l" rtl="0">
              <a:lnSpc>
                <a:spcPct val="100000"/>
              </a:lnSpc>
              <a:spcBef>
                <a:spcPts val="612"/>
              </a:spcBef>
              <a:spcAft>
                <a:spcPts val="0"/>
              </a:spcAft>
              <a:buClr>
                <a:srgbClr val="000000"/>
              </a:buClr>
              <a:buSzPts val="1837"/>
              <a:buFont typeface="Noto Sans Symbols"/>
              <a:buChar char="●"/>
              <a:defRPr sz="1837" b="0" i="0" u="none" strike="noStrike" cap="none">
                <a:solidFill>
                  <a:srgbClr val="000000"/>
                </a:solidFill>
                <a:latin typeface="Microsoft JhengHei"/>
                <a:ea typeface="Microsoft JhengHei"/>
                <a:cs typeface="Microsoft JhengHei"/>
                <a:sym typeface="Microsoft JhengHei"/>
              </a:defRPr>
            </a:lvl3pPr>
            <a:lvl4pPr marL="1828800" marR="0" lvl="3" indent="-332232" algn="l" rtl="0">
              <a:lnSpc>
                <a:spcPct val="100000"/>
              </a:lnSpc>
              <a:spcBef>
                <a:spcPts val="612"/>
              </a:spcBef>
              <a:spcAft>
                <a:spcPts val="0"/>
              </a:spcAft>
              <a:buClr>
                <a:srgbClr val="000000"/>
              </a:buClr>
              <a:buSzPts val="1632"/>
              <a:buFont typeface="Noto Sans Symbols"/>
              <a:buChar char="◆"/>
              <a:defRPr sz="1632" b="0" i="0" u="none" strike="noStrike" cap="none">
                <a:solidFill>
                  <a:srgbClr val="000000"/>
                </a:solidFill>
                <a:latin typeface="Microsoft JhengHei"/>
                <a:ea typeface="Microsoft JhengHei"/>
                <a:cs typeface="Microsoft JhengHei"/>
                <a:sym typeface="Microsoft JhengHei"/>
              </a:defRPr>
            </a:lvl4pPr>
            <a:lvl5pPr marL="2286000" marR="0" lvl="4" indent="-319278" algn="l" rtl="0">
              <a:lnSpc>
                <a:spcPct val="100000"/>
              </a:lnSpc>
              <a:spcBef>
                <a:spcPts val="612"/>
              </a:spcBef>
              <a:spcAft>
                <a:spcPts val="0"/>
              </a:spcAft>
              <a:buClr>
                <a:srgbClr val="000000"/>
              </a:buClr>
              <a:buSzPts val="1428"/>
              <a:buFont typeface="Arial"/>
              <a:buChar char="•"/>
              <a:defRPr sz="1428" b="0" i="0" u="none" strike="noStrike" cap="none">
                <a:solidFill>
                  <a:srgbClr val="000000"/>
                </a:solidFill>
                <a:latin typeface="Microsoft JhengHei"/>
                <a:ea typeface="Microsoft JhengHei"/>
                <a:cs typeface="Microsoft JhengHei"/>
                <a:sym typeface="Microsoft JhengHei"/>
              </a:defRPr>
            </a:lvl5pPr>
            <a:lvl6pPr marL="2743200" marR="0" lvl="5" indent="-228600" algn="l" rtl="0">
              <a:lnSpc>
                <a:spcPct val="100000"/>
              </a:lnSpc>
              <a:spcBef>
                <a:spcPts val="612"/>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Tree>
    <p:extLst>
      <p:ext uri="{BB962C8B-B14F-4D97-AF65-F5344CB8AC3E}">
        <p14:creationId xmlns:p14="http://schemas.microsoft.com/office/powerpoint/2010/main" val="363499425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matchingName="標題投影片">
  <p:cSld name="標題投影片">
    <p:spTree>
      <p:nvGrpSpPr>
        <p:cNvPr id="1" name="Shape 17"/>
        <p:cNvGrpSpPr/>
        <p:nvPr/>
      </p:nvGrpSpPr>
      <p:grpSpPr>
        <a:xfrm>
          <a:off x="0" y="0"/>
          <a:ext cx="0" cy="0"/>
          <a:chOff x="0" y="0"/>
          <a:chExt cx="0" cy="0"/>
        </a:xfrm>
      </p:grpSpPr>
      <p:pic>
        <p:nvPicPr>
          <p:cNvPr id="18" name="Google Shape;18;p12" descr="一張含有 符號, 圖形, 標誌, 字型 的圖片&#10;&#10;AI 產生的內容可能不正確。"/>
          <p:cNvPicPr preferRelativeResize="0"/>
          <p:nvPr/>
        </p:nvPicPr>
        <p:blipFill rotWithShape="1">
          <a:blip r:embed="rId2">
            <a:alphaModFix/>
          </a:blip>
          <a:srcRect/>
          <a:stretch/>
        </p:blipFill>
        <p:spPr>
          <a:xfrm>
            <a:off x="478932" y="307942"/>
            <a:ext cx="2350833" cy="562759"/>
          </a:xfrm>
          <a:prstGeom prst="rect">
            <a:avLst/>
          </a:prstGeom>
          <a:noFill/>
          <a:ln>
            <a:noFill/>
          </a:ln>
        </p:spPr>
      </p:pic>
      <p:cxnSp>
        <p:nvCxnSpPr>
          <p:cNvPr id="19" name="Google Shape;19;p12"/>
          <p:cNvCxnSpPr/>
          <p:nvPr/>
        </p:nvCxnSpPr>
        <p:spPr>
          <a:xfrm>
            <a:off x="1133890" y="3030543"/>
            <a:ext cx="10030052" cy="0"/>
          </a:xfrm>
          <a:prstGeom prst="straightConnector1">
            <a:avLst/>
          </a:prstGeom>
          <a:noFill/>
          <a:ln w="15875" cap="flat" cmpd="sng">
            <a:solidFill>
              <a:srgbClr val="FF0000"/>
            </a:solidFill>
            <a:prstDash val="solid"/>
            <a:round/>
            <a:headEnd type="none" w="sm" len="sm"/>
            <a:tailEnd type="none" w="sm" len="sm"/>
          </a:ln>
        </p:spPr>
      </p:cxnSp>
      <p:sp>
        <p:nvSpPr>
          <p:cNvPr id="20" name="Google Shape;20;p12"/>
          <p:cNvSpPr txBox="1">
            <a:spLocks noGrp="1"/>
          </p:cNvSpPr>
          <p:nvPr>
            <p:ph type="title"/>
          </p:nvPr>
        </p:nvSpPr>
        <p:spPr>
          <a:xfrm>
            <a:off x="2122181" y="2304993"/>
            <a:ext cx="8159422" cy="717546"/>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3673" b="0" i="0" u="none" strike="noStrike" cap="none">
                <a:solidFill>
                  <a:schemeClr val="dk1"/>
                </a:solidFill>
                <a:latin typeface="Microsoft JhengHei"/>
                <a:ea typeface="Microsoft JhengHei"/>
                <a:cs typeface="Microsoft JhengHei"/>
                <a:sym typeface="Microsoft JhengHe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21" name="Google Shape;21;p12"/>
          <p:cNvSpPr txBox="1">
            <a:spLocks noGrp="1"/>
          </p:cNvSpPr>
          <p:nvPr>
            <p:ph type="body" idx="1"/>
          </p:nvPr>
        </p:nvSpPr>
        <p:spPr>
          <a:xfrm>
            <a:off x="3128389" y="4489744"/>
            <a:ext cx="6502357" cy="559288"/>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rgbClr val="000000"/>
              </a:buClr>
              <a:buSzPts val="2857"/>
              <a:buFont typeface="Arial"/>
              <a:buNone/>
              <a:defRPr sz="2857" b="1" i="0" u="none" strike="noStrike" cap="none">
                <a:solidFill>
                  <a:srgbClr val="000000"/>
                </a:solidFill>
                <a:latin typeface="Microsoft JhengHei"/>
                <a:ea typeface="Microsoft JhengHei"/>
                <a:cs typeface="Microsoft JhengHei"/>
                <a:sym typeface="Microsoft JhengHei"/>
              </a:defRPr>
            </a:lvl1pPr>
            <a:lvl2pPr marL="914400" marR="0" lvl="1" indent="-228600" algn="l" rtl="0">
              <a:lnSpc>
                <a:spcPct val="100000"/>
              </a:lnSpc>
              <a:spcBef>
                <a:spcPts val="0"/>
              </a:spcBef>
              <a:spcAft>
                <a:spcPts val="0"/>
              </a:spcAft>
              <a:buClr>
                <a:srgbClr val="000000"/>
              </a:buClr>
              <a:buSzPts val="1224"/>
              <a:buFont typeface="Arial"/>
              <a:buNone/>
              <a:defRPr sz="1224"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020"/>
              <a:buFont typeface="Arial"/>
              <a:buNone/>
              <a:defRPr sz="102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9pPr>
          </a:lstStyle>
          <a:p>
            <a:endParaRPr/>
          </a:p>
        </p:txBody>
      </p:sp>
      <p:sp>
        <p:nvSpPr>
          <p:cNvPr id="22" name="Google Shape;22;p12"/>
          <p:cNvSpPr txBox="1">
            <a:spLocks noGrp="1"/>
          </p:cNvSpPr>
          <p:nvPr>
            <p:ph type="body" idx="2"/>
          </p:nvPr>
        </p:nvSpPr>
        <p:spPr>
          <a:xfrm>
            <a:off x="3786999" y="5584121"/>
            <a:ext cx="5122507" cy="414941"/>
          </a:xfrm>
          <a:prstGeom prst="rect">
            <a:avLst/>
          </a:prstGeom>
          <a:noFill/>
          <a:ln>
            <a:noFill/>
          </a:ln>
        </p:spPr>
        <p:txBody>
          <a:bodyPr spcFirstLastPara="1" wrap="square" lIns="91425" tIns="45700" rIns="91425" bIns="45700" anchor="ctr" anchorCtr="0">
            <a:noAutofit/>
          </a:bodyPr>
          <a:lstStyle>
            <a:lvl1pPr marL="457200" marR="0" lvl="0" indent="-228600" algn="ctr" rtl="0">
              <a:lnSpc>
                <a:spcPct val="100000"/>
              </a:lnSpc>
              <a:spcBef>
                <a:spcPts val="0"/>
              </a:spcBef>
              <a:spcAft>
                <a:spcPts val="0"/>
              </a:spcAft>
              <a:buClr>
                <a:srgbClr val="000000"/>
              </a:buClr>
              <a:buSzPts val="1632"/>
              <a:buFont typeface="Arial"/>
              <a:buNone/>
              <a:defRPr sz="1632" b="1" i="0" u="none" strike="noStrike" cap="none">
                <a:solidFill>
                  <a:srgbClr val="000000"/>
                </a:solidFill>
                <a:latin typeface="Microsoft JhengHei"/>
                <a:ea typeface="Microsoft JhengHei"/>
                <a:cs typeface="Microsoft JhengHei"/>
                <a:sym typeface="Microsoft JhengHei"/>
              </a:defRPr>
            </a:lvl1pPr>
            <a:lvl2pPr marL="914400" marR="0" lvl="1" indent="-228600" algn="l" rtl="0">
              <a:lnSpc>
                <a:spcPct val="100000"/>
              </a:lnSpc>
              <a:spcBef>
                <a:spcPts val="0"/>
              </a:spcBef>
              <a:spcAft>
                <a:spcPts val="0"/>
              </a:spcAft>
              <a:buClr>
                <a:srgbClr val="000000"/>
              </a:buClr>
              <a:buSzPts val="1224"/>
              <a:buFont typeface="Arial"/>
              <a:buNone/>
              <a:defRPr sz="1224" b="0" i="0" u="none" strike="noStrike" cap="none">
                <a:solidFill>
                  <a:srgbClr val="000000"/>
                </a:solidFill>
                <a:latin typeface="Arial"/>
                <a:ea typeface="Arial"/>
                <a:cs typeface="Arial"/>
                <a:sym typeface="Arial"/>
              </a:defRPr>
            </a:lvl2pPr>
            <a:lvl3pPr marL="1371600" marR="0" lvl="2" indent="-228600" algn="l" rtl="0">
              <a:lnSpc>
                <a:spcPct val="100000"/>
              </a:lnSpc>
              <a:spcBef>
                <a:spcPts val="0"/>
              </a:spcBef>
              <a:spcAft>
                <a:spcPts val="0"/>
              </a:spcAft>
              <a:buClr>
                <a:srgbClr val="000000"/>
              </a:buClr>
              <a:buSzPts val="1020"/>
              <a:buFont typeface="Arial"/>
              <a:buNone/>
              <a:defRPr sz="1020" b="0" i="0" u="none" strike="noStrike" cap="none">
                <a:solidFill>
                  <a:srgbClr val="000000"/>
                </a:solidFill>
                <a:latin typeface="Arial"/>
                <a:ea typeface="Arial"/>
                <a:cs typeface="Arial"/>
                <a:sym typeface="Arial"/>
              </a:defRPr>
            </a:lvl3pPr>
            <a:lvl4pPr marL="1828800" marR="0" lvl="3"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4pPr>
            <a:lvl5pPr marL="2286000" marR="0" lvl="4"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5pPr>
            <a:lvl6pPr marL="2743200" marR="0" lvl="5"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6pPr>
            <a:lvl7pPr marL="3200400" marR="0" lvl="6"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7pPr>
            <a:lvl8pPr marL="3657600" marR="0" lvl="7"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8pPr>
            <a:lvl9pPr marL="4114800" marR="0" lvl="8" indent="-228600" algn="l" rtl="0">
              <a:lnSpc>
                <a:spcPct val="100000"/>
              </a:lnSpc>
              <a:spcBef>
                <a:spcPts val="0"/>
              </a:spcBef>
              <a:spcAft>
                <a:spcPts val="0"/>
              </a:spcAft>
              <a:buClr>
                <a:srgbClr val="000000"/>
              </a:buClr>
              <a:buSzPts val="918"/>
              <a:buFont typeface="Arial"/>
              <a:buNone/>
              <a:defRPr sz="918" b="0" i="0" u="none" strike="noStrike" cap="none">
                <a:solidFill>
                  <a:srgbClr val="000000"/>
                </a:solidFill>
                <a:latin typeface="Arial"/>
                <a:ea typeface="Arial"/>
                <a:cs typeface="Arial"/>
                <a:sym typeface="Arial"/>
              </a:defRPr>
            </a:lvl9pPr>
          </a:lstStyle>
          <a:p>
            <a:endParaRPr/>
          </a:p>
        </p:txBody>
      </p:sp>
      <p:sp>
        <p:nvSpPr>
          <p:cNvPr id="23" name="Google Shape;23;p12"/>
          <p:cNvSpPr/>
          <p:nvPr/>
        </p:nvSpPr>
        <p:spPr>
          <a:xfrm>
            <a:off x="17280" y="6547456"/>
            <a:ext cx="531308" cy="228128"/>
          </a:xfrm>
          <a:prstGeom prst="rect">
            <a:avLst/>
          </a:prstGeom>
          <a:noFill/>
          <a:ln>
            <a:noFill/>
          </a:ln>
        </p:spPr>
        <p:txBody>
          <a:bodyPr spcFirstLastPara="1" wrap="square" lIns="91425" tIns="45700" rIns="91425" bIns="45700" anchor="b" anchorCtr="0">
            <a:spAutoFit/>
          </a:bodyPr>
          <a:lstStyle/>
          <a:p>
            <a:pPr marL="0" marR="0" lvl="0" indent="0" algn="ctr" rtl="0">
              <a:lnSpc>
                <a:spcPct val="83333"/>
              </a:lnSpc>
              <a:spcBef>
                <a:spcPts val="0"/>
              </a:spcBef>
              <a:spcAft>
                <a:spcPts val="0"/>
              </a:spcAft>
              <a:buClr>
                <a:srgbClr val="000000"/>
              </a:buClr>
              <a:buSzPts val="1224"/>
              <a:buFont typeface="Arial"/>
              <a:buNone/>
            </a:pPr>
            <a:fld id="{00000000-1234-1234-1234-123412341234}" type="slidenum">
              <a:rPr lang="zh-TW" sz="1224" b="0" i="0" u="none" strike="noStrike" cap="none">
                <a:solidFill>
                  <a:schemeClr val="dk1"/>
                </a:solidFill>
                <a:latin typeface="Arial"/>
                <a:ea typeface="Arial"/>
                <a:cs typeface="Arial"/>
                <a:sym typeface="Arial"/>
              </a:rPr>
              <a:t>‹#›</a:t>
            </a:fld>
            <a:endParaRPr sz="1224" b="0" i="0" u="none" strike="noStrike" cap="none">
              <a:solidFill>
                <a:schemeClr val="dk1"/>
              </a:solidFill>
              <a:latin typeface="Arial"/>
              <a:ea typeface="Arial"/>
              <a:cs typeface="Arial"/>
              <a:sym typeface="Arial"/>
            </a:endParaRPr>
          </a:p>
        </p:txBody>
      </p:sp>
    </p:spTree>
    <p:extLst>
      <p:ext uri="{BB962C8B-B14F-4D97-AF65-F5344CB8AC3E}">
        <p14:creationId xmlns:p14="http://schemas.microsoft.com/office/powerpoint/2010/main" val="3468405997"/>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 Id="rId3" Type="http://schemas.openxmlformats.org/officeDocument/2006/relationships/image" Target="../media/image1.png"/><Relationship Id="rId4" Type="http://schemas.openxmlformats.org/officeDocument/2006/relationships/image" Target="../media/image2.png"/></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slideLayout" Target="../slideLayouts/slideLayout3.xml"/><Relationship Id="rId3" Type="http://schemas.openxmlformats.org/officeDocument/2006/relationships/theme" Target="../theme/theme2.xml"/><Relationship Id="rId4" Type="http://schemas.openxmlformats.org/officeDocument/2006/relationships/image" Target="../media/image1.png"/><Relationship Id="rId5"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
          <p:cNvPicPr preferRelativeResize="0"/>
          <p:nvPr/>
        </p:nvPicPr>
        <p:blipFill rotWithShape="1">
          <a:blip r:embed="rId3" cstate="hqprint">
            <a:alphaModFix/>
            <a:extLst>
              <a:ext uri="{28A0092B-C50C-407E-A947-70E740481C1C}">
                <a14:useLocalDpi xmlns:a14="http://schemas.microsoft.com/office/drawing/2010/main"/>
              </a:ext>
            </a:extLst>
          </a:blip>
          <a:srcRect/>
          <a:stretch/>
        </p:blipFill>
        <p:spPr>
          <a:xfrm>
            <a:off x="164849" y="6269412"/>
            <a:ext cx="4663140" cy="746746"/>
          </a:xfrm>
          <a:prstGeom prst="rect">
            <a:avLst/>
          </a:prstGeom>
          <a:noFill/>
          <a:ln>
            <a:noFill/>
          </a:ln>
        </p:spPr>
      </p:pic>
      <p:cxnSp>
        <p:nvCxnSpPr>
          <p:cNvPr id="11" name="Google Shape;11;p1"/>
          <p:cNvCxnSpPr/>
          <p:nvPr/>
        </p:nvCxnSpPr>
        <p:spPr>
          <a:xfrm>
            <a:off x="311010" y="808253"/>
            <a:ext cx="11477110" cy="0"/>
          </a:xfrm>
          <a:prstGeom prst="straightConnector1">
            <a:avLst/>
          </a:prstGeom>
          <a:noFill/>
          <a:ln w="15875" cap="flat" cmpd="sng">
            <a:solidFill>
              <a:srgbClr val="FF0000"/>
            </a:solidFill>
            <a:prstDash val="solid"/>
            <a:round/>
            <a:headEnd type="none" w="med" len="med"/>
            <a:tailEnd type="none" w="med" len="med"/>
          </a:ln>
        </p:spPr>
      </p:cxnSp>
      <p:sp>
        <p:nvSpPr>
          <p:cNvPr id="12" name="Google Shape;12;p1"/>
          <p:cNvSpPr/>
          <p:nvPr/>
        </p:nvSpPr>
        <p:spPr>
          <a:xfrm>
            <a:off x="17280" y="6558432"/>
            <a:ext cx="531308" cy="228128"/>
          </a:xfrm>
          <a:prstGeom prst="rect">
            <a:avLst/>
          </a:prstGeom>
          <a:noFill/>
          <a:ln>
            <a:noFill/>
          </a:ln>
        </p:spPr>
        <p:txBody>
          <a:bodyPr spcFirstLastPara="1" wrap="square" lIns="91425" tIns="45700" rIns="91425" bIns="45700" anchor="b" anchorCtr="0">
            <a:noAutofit/>
          </a:bodyPr>
          <a:lstStyle/>
          <a:p>
            <a:pPr marL="0" marR="0" lvl="0" indent="0" algn="ctr" rtl="0">
              <a:lnSpc>
                <a:spcPct val="83333"/>
              </a:lnSpc>
              <a:spcBef>
                <a:spcPts val="0"/>
              </a:spcBef>
              <a:spcAft>
                <a:spcPts val="0"/>
              </a:spcAft>
              <a:buNone/>
            </a:pPr>
            <a:fld id="{00000000-1234-1234-1234-123412341234}" type="slidenum">
              <a:rPr lang="zh-TW" sz="1224" b="0" i="0" u="none" strike="noStrike" cap="none">
                <a:solidFill>
                  <a:schemeClr val="dk1"/>
                </a:solidFill>
                <a:latin typeface="Arial"/>
                <a:ea typeface="Arial"/>
                <a:cs typeface="Arial"/>
                <a:sym typeface="Arial"/>
              </a:rPr>
              <a:t>‹#›</a:t>
            </a:fld>
            <a:endParaRPr sz="1224" b="0" i="0" u="none" strike="noStrike" cap="none">
              <a:solidFill>
                <a:schemeClr val="dk1"/>
              </a:solidFill>
              <a:latin typeface="Arial"/>
              <a:ea typeface="Arial"/>
              <a:cs typeface="Arial"/>
              <a:sym typeface="Arial"/>
            </a:endParaRPr>
          </a:p>
        </p:txBody>
      </p:sp>
      <p:pic>
        <p:nvPicPr>
          <p:cNvPr id="13" name="Google Shape;13;p1"/>
          <p:cNvPicPr preferRelativeResize="0"/>
          <p:nvPr/>
        </p:nvPicPr>
        <p:blipFill rotWithShape="1">
          <a:blip r:embed="rId4">
            <a:alphaModFix/>
          </a:blip>
          <a:srcRect/>
          <a:stretch/>
        </p:blipFill>
        <p:spPr>
          <a:xfrm>
            <a:off x="8890815" y="6477757"/>
            <a:ext cx="2886773" cy="297514"/>
          </a:xfrm>
          <a:prstGeom prst="rect">
            <a:avLst/>
          </a:prstGeom>
          <a:noFill/>
          <a:ln>
            <a:noFill/>
          </a:ln>
        </p:spPr>
      </p:pic>
    </p:spTree>
    <p:extLst>
      <p:ext uri="{BB962C8B-B14F-4D97-AF65-F5344CB8AC3E}">
        <p14:creationId xmlns:p14="http://schemas.microsoft.com/office/powerpoint/2010/main" val="1040504992"/>
      </p:ext>
    </p:extLst>
  </p:cSld>
  <p:clrMap bg1="lt1" tx1="dk1" bg2="dk2" tx2="lt2" accent1="accent1" accent2="accent2" accent3="accent3" accent4="accent4" accent5="accent5" accent6="accent6" hlink="hlink" folHlink="folHlink"/>
  <p:sldLayoutIdLst>
    <p:sldLayoutId id="2147483674" r:id="rId1"/>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11"/>
          <p:cNvPicPr preferRelativeResize="0"/>
          <p:nvPr/>
        </p:nvPicPr>
        <p:blipFill rotWithShape="1">
          <a:blip r:embed="rId4">
            <a:alphaModFix/>
          </a:blip>
          <a:srcRect/>
          <a:stretch/>
        </p:blipFill>
        <p:spPr>
          <a:xfrm>
            <a:off x="164849" y="6269412"/>
            <a:ext cx="4663140" cy="746746"/>
          </a:xfrm>
          <a:prstGeom prst="rect">
            <a:avLst/>
          </a:prstGeom>
          <a:noFill/>
          <a:ln>
            <a:noFill/>
          </a:ln>
        </p:spPr>
      </p:pic>
      <p:cxnSp>
        <p:nvCxnSpPr>
          <p:cNvPr id="11" name="Google Shape;11;p11"/>
          <p:cNvCxnSpPr/>
          <p:nvPr/>
        </p:nvCxnSpPr>
        <p:spPr>
          <a:xfrm>
            <a:off x="311010" y="808253"/>
            <a:ext cx="11477110" cy="0"/>
          </a:xfrm>
          <a:prstGeom prst="straightConnector1">
            <a:avLst/>
          </a:prstGeom>
          <a:noFill/>
          <a:ln w="15875" cap="flat" cmpd="sng">
            <a:solidFill>
              <a:srgbClr val="FF0000"/>
            </a:solidFill>
            <a:prstDash val="solid"/>
            <a:round/>
            <a:headEnd type="none" w="sm" len="sm"/>
            <a:tailEnd type="none" w="sm" len="sm"/>
          </a:ln>
        </p:spPr>
      </p:cxnSp>
      <p:sp>
        <p:nvSpPr>
          <p:cNvPr id="12" name="Google Shape;12;p11"/>
          <p:cNvSpPr/>
          <p:nvPr/>
        </p:nvSpPr>
        <p:spPr>
          <a:xfrm>
            <a:off x="17280" y="6558432"/>
            <a:ext cx="531308" cy="228128"/>
          </a:xfrm>
          <a:prstGeom prst="rect">
            <a:avLst/>
          </a:prstGeom>
          <a:noFill/>
          <a:ln>
            <a:noFill/>
          </a:ln>
        </p:spPr>
        <p:txBody>
          <a:bodyPr spcFirstLastPara="1" wrap="square" lIns="91425" tIns="45700" rIns="91425" bIns="45700" anchor="b" anchorCtr="0">
            <a:noAutofit/>
          </a:bodyPr>
          <a:lstStyle/>
          <a:p>
            <a:pPr marL="0" marR="0" lvl="0" indent="0" algn="ctr" rtl="0">
              <a:lnSpc>
                <a:spcPct val="83333"/>
              </a:lnSpc>
              <a:spcBef>
                <a:spcPts val="0"/>
              </a:spcBef>
              <a:spcAft>
                <a:spcPts val="0"/>
              </a:spcAft>
              <a:buClr>
                <a:srgbClr val="000000"/>
              </a:buClr>
              <a:buSzPts val="1224"/>
              <a:buFont typeface="Arial"/>
              <a:buNone/>
            </a:pPr>
            <a:fld id="{00000000-1234-1234-1234-123412341234}" type="slidenum">
              <a:rPr lang="zh-TW" sz="1224" b="0" i="0" u="none" strike="noStrike" cap="none">
                <a:solidFill>
                  <a:schemeClr val="dk1"/>
                </a:solidFill>
                <a:latin typeface="Arial"/>
                <a:ea typeface="Arial"/>
                <a:cs typeface="Arial"/>
                <a:sym typeface="Arial"/>
              </a:rPr>
              <a:t>‹#›</a:t>
            </a:fld>
            <a:endParaRPr sz="1224" b="0" i="0" u="none" strike="noStrike" cap="none">
              <a:solidFill>
                <a:schemeClr val="dk1"/>
              </a:solidFill>
              <a:latin typeface="Arial"/>
              <a:ea typeface="Arial"/>
              <a:cs typeface="Arial"/>
              <a:sym typeface="Arial"/>
            </a:endParaRPr>
          </a:p>
        </p:txBody>
      </p:sp>
      <p:pic>
        <p:nvPicPr>
          <p:cNvPr id="13" name="Google Shape;13;p11"/>
          <p:cNvPicPr preferRelativeResize="0"/>
          <p:nvPr/>
        </p:nvPicPr>
        <p:blipFill rotWithShape="1">
          <a:blip r:embed="rId5">
            <a:alphaModFix/>
          </a:blip>
          <a:srcRect/>
          <a:stretch/>
        </p:blipFill>
        <p:spPr>
          <a:xfrm>
            <a:off x="8890815" y="6477757"/>
            <a:ext cx="2886773" cy="297514"/>
          </a:xfrm>
          <a:prstGeom prst="rect">
            <a:avLst/>
          </a:prstGeom>
          <a:noFill/>
          <a:ln>
            <a:noFill/>
          </a:ln>
        </p:spPr>
      </p:pic>
    </p:spTree>
    <p:extLst>
      <p:ext uri="{BB962C8B-B14F-4D97-AF65-F5344CB8AC3E}">
        <p14:creationId xmlns:p14="http://schemas.microsoft.com/office/powerpoint/2010/main" val="1320124890"/>
      </p:ext>
    </p:extLst>
  </p:cSld>
  <p:clrMap bg1="lt1" tx1="dk1" bg2="dk2" tx2="lt2" accent1="accent1" accent2="accent2" accent3="accent3" accent4="accent4" accent5="accent5" accent6="accent6" hlink="hlink" folHlink="folHlink"/>
  <p:sldLayoutIdLst>
    <p:sldLayoutId id="2147483676" r:id="rId1"/>
    <p:sldLayoutId id="2147483677" r:id="rId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6.png"/><Relationship Id="rId4" Type="http://schemas.openxmlformats.org/officeDocument/2006/relationships/image" Target="../media/image8.png"/><Relationship Id="rId5" Type="http://schemas.openxmlformats.org/officeDocument/2006/relationships/image" Target="../media/image9.png"/><Relationship Id="rId6" Type="http://schemas.openxmlformats.org/officeDocument/2006/relationships/image" Target="../media/image10.png"/><Relationship Id="rId7" Type="http://schemas.openxmlformats.org/officeDocument/2006/relationships/image" Target="../media/image1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7.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7F81EE-681C-A219-6BBD-BB56E5AD94FF}"/>
            </a:ext>
          </a:extLst>
        </p:cNvPr>
        <p:cNvGrpSpPr/>
        <p:nvPr/>
      </p:nvGrpSpPr>
      <p:grpSpPr>
        <a:xfrm>
          <a:off x="0" y="0"/>
          <a:ext cx="0" cy="0"/>
          <a:chOff x="0" y="0"/>
          <a:chExt cx="0" cy="0"/>
        </a:xfrm>
      </p:grpSpPr>
      <p:sp>
        <p:nvSpPr>
          <p:cNvPr id="2" name="標題 1">
            <a:extLst>
              <a:ext uri="{FF2B5EF4-FFF2-40B4-BE49-F238E27FC236}">
                <a16:creationId xmlns:a16="http://schemas.microsoft.com/office/drawing/2014/main" id="{60E1690E-F553-7D05-B880-0F46C2604996}"/>
              </a:ext>
            </a:extLst>
          </p:cNvPr>
          <p:cNvSpPr>
            <a:spLocks noGrp="1"/>
          </p:cNvSpPr>
          <p:nvPr>
            <p:ph type="title"/>
          </p:nvPr>
        </p:nvSpPr>
        <p:spPr>
          <a:xfrm>
            <a:off x="2040841" y="2345393"/>
            <a:ext cx="8110319" cy="677053"/>
          </a:xfrm>
        </p:spPr>
        <p:txBody>
          <a:bodyPr/>
          <a:lstStyle/>
          <a:p>
            <a:pPr>
              <a:defRPr/>
            </a:pPr>
            <a:r>
              <a:rPr lang="zh-TW" altLang="en-US" sz="4000" b="1" dirty="0">
                <a:latin typeface="Microsoft JhengHei"/>
                <a:ea typeface="Microsoft JhengHei"/>
              </a:rPr>
              <a:t>智能專案經理 </a:t>
            </a:r>
            <a:r>
              <a:rPr lang="en-US" altLang="zh-TW" sz="4000" b="1" dirty="0">
                <a:latin typeface="Microsoft JhengHei"/>
                <a:ea typeface="Microsoft JhengHei"/>
              </a:rPr>
              <a:t>AIPM</a:t>
            </a:r>
            <a:endParaRPr lang="zh-TW" altLang="en-US" b="1" dirty="0"/>
          </a:p>
        </p:txBody>
      </p:sp>
      <p:sp>
        <p:nvSpPr>
          <p:cNvPr id="3" name="文字版面配置區 3">
            <a:extLst>
              <a:ext uri="{FF2B5EF4-FFF2-40B4-BE49-F238E27FC236}">
                <a16:creationId xmlns:a16="http://schemas.microsoft.com/office/drawing/2014/main" id="{F3948507-9718-A0E5-90E5-386583EB69A6}"/>
              </a:ext>
            </a:extLst>
          </p:cNvPr>
          <p:cNvSpPr txBox="1">
            <a:spLocks/>
          </p:cNvSpPr>
          <p:nvPr/>
        </p:nvSpPr>
        <p:spPr>
          <a:xfrm>
            <a:off x="3186717" y="4345571"/>
            <a:ext cx="5818567" cy="613915"/>
          </a:xfrm>
          <a:prstGeom prst="rect">
            <a:avLst/>
          </a:prstGeom>
        </p:spPr>
        <p:txBody>
          <a:bodyPr lIns="91440" tIns="45720" rIns="91440" bIns="45720" anchor="ctr"/>
          <a:lstStyle>
            <a:lvl1pPr marL="0" indent="0" algn="ctr" defTabSz="913526" rtl="0" eaLnBrk="0" fontAlgn="base" hangingPunct="0">
              <a:spcBef>
                <a:spcPct val="0"/>
              </a:spcBef>
              <a:spcAft>
                <a:spcPct val="0"/>
              </a:spcAft>
              <a:buSzPct val="120000"/>
              <a:buNone/>
              <a:defRPr sz="1632" b="1">
                <a:solidFill>
                  <a:schemeClr val="tx1"/>
                </a:solidFill>
                <a:latin typeface="微軟正黑體" panose="020B0604030504040204" pitchFamily="34" charset="-120"/>
                <a:ea typeface="微軟正黑體" panose="020B0604030504040204" pitchFamily="34" charset="-120"/>
                <a:cs typeface="+mn-cs"/>
              </a:defRPr>
            </a:lvl1pPr>
            <a:lvl2pPr marL="466481" indent="0" algn="l" defTabSz="913526" rtl="0" eaLnBrk="0" fontAlgn="base" hangingPunct="0">
              <a:spcBef>
                <a:spcPct val="0"/>
              </a:spcBef>
              <a:spcAft>
                <a:spcPct val="0"/>
              </a:spcAft>
              <a:buSzPct val="120000"/>
              <a:buNone/>
              <a:defRPr sz="1224">
                <a:solidFill>
                  <a:schemeClr val="tx1"/>
                </a:solidFill>
                <a:latin typeface="+mn-lt"/>
                <a:ea typeface="+mn-ea"/>
              </a:defRPr>
            </a:lvl2pPr>
            <a:lvl3pPr marL="932962" indent="0" algn="l" defTabSz="913526" rtl="0" eaLnBrk="0" fontAlgn="base" hangingPunct="0">
              <a:spcBef>
                <a:spcPct val="0"/>
              </a:spcBef>
              <a:spcAft>
                <a:spcPct val="0"/>
              </a:spcAft>
              <a:buNone/>
              <a:defRPr sz="1020">
                <a:solidFill>
                  <a:schemeClr val="tx1"/>
                </a:solidFill>
                <a:latin typeface="+mn-lt"/>
                <a:ea typeface="+mn-ea"/>
              </a:defRPr>
            </a:lvl3pPr>
            <a:lvl4pPr marL="1399443" indent="0" algn="l" defTabSz="913526" rtl="0" eaLnBrk="0" fontAlgn="base" hangingPunct="0">
              <a:spcBef>
                <a:spcPct val="0"/>
              </a:spcBef>
              <a:spcAft>
                <a:spcPct val="0"/>
              </a:spcAft>
              <a:buSzPct val="89000"/>
              <a:buNone/>
              <a:defRPr sz="918">
                <a:solidFill>
                  <a:schemeClr val="tx1"/>
                </a:solidFill>
                <a:latin typeface="+mn-lt"/>
                <a:ea typeface="+mn-ea"/>
              </a:defRPr>
            </a:lvl4pPr>
            <a:lvl5pPr marL="1865925" indent="0" algn="l" defTabSz="913526" rtl="0" eaLnBrk="0" fontAlgn="base" hangingPunct="0">
              <a:spcBef>
                <a:spcPct val="0"/>
              </a:spcBef>
              <a:spcAft>
                <a:spcPct val="0"/>
              </a:spcAft>
              <a:buSzPct val="75000"/>
              <a:buNone/>
              <a:defRPr sz="918">
                <a:solidFill>
                  <a:schemeClr val="tx1"/>
                </a:solidFill>
                <a:latin typeface="+mn-lt"/>
                <a:ea typeface="+mn-ea"/>
              </a:defRPr>
            </a:lvl5pPr>
            <a:lvl6pPr marL="2332406" indent="0" algn="l" defTabSz="913526" rtl="0" fontAlgn="base">
              <a:spcBef>
                <a:spcPct val="0"/>
              </a:spcBef>
              <a:spcAft>
                <a:spcPct val="0"/>
              </a:spcAft>
              <a:buSzPct val="75000"/>
              <a:buNone/>
              <a:defRPr sz="918">
                <a:solidFill>
                  <a:schemeClr val="tx1"/>
                </a:solidFill>
                <a:latin typeface="+mn-lt"/>
                <a:ea typeface="+mn-ea"/>
              </a:defRPr>
            </a:lvl6pPr>
            <a:lvl7pPr marL="2798887" indent="0" algn="l" defTabSz="913526" rtl="0" fontAlgn="base">
              <a:spcBef>
                <a:spcPct val="0"/>
              </a:spcBef>
              <a:spcAft>
                <a:spcPct val="0"/>
              </a:spcAft>
              <a:buSzPct val="75000"/>
              <a:buNone/>
              <a:defRPr sz="918">
                <a:solidFill>
                  <a:schemeClr val="tx1"/>
                </a:solidFill>
                <a:latin typeface="+mn-lt"/>
                <a:ea typeface="+mn-ea"/>
              </a:defRPr>
            </a:lvl7pPr>
            <a:lvl8pPr marL="3265368" indent="0" algn="l" defTabSz="913526" rtl="0" fontAlgn="base">
              <a:spcBef>
                <a:spcPct val="0"/>
              </a:spcBef>
              <a:spcAft>
                <a:spcPct val="0"/>
              </a:spcAft>
              <a:buSzPct val="75000"/>
              <a:buNone/>
              <a:defRPr sz="918">
                <a:solidFill>
                  <a:schemeClr val="tx1"/>
                </a:solidFill>
                <a:latin typeface="+mn-lt"/>
                <a:ea typeface="+mn-ea"/>
              </a:defRPr>
            </a:lvl8pPr>
            <a:lvl9pPr marL="3731849" indent="0" algn="l" defTabSz="913526" rtl="0" fontAlgn="base">
              <a:spcBef>
                <a:spcPct val="0"/>
              </a:spcBef>
              <a:spcAft>
                <a:spcPct val="0"/>
              </a:spcAft>
              <a:buSzPct val="75000"/>
              <a:buNone/>
              <a:defRPr sz="918">
                <a:solidFill>
                  <a:schemeClr val="tx1"/>
                </a:solidFill>
                <a:latin typeface="+mn-lt"/>
                <a:ea typeface="+mn-ea"/>
              </a:defRPr>
            </a:lvl9pPr>
          </a:lstStyle>
          <a:p>
            <a:pPr marL="0" marR="0" lvl="0" indent="0" defTabSz="913526" rtl="0" eaLnBrk="0" fontAlgn="base" latinLnBrk="0" hangingPunct="0">
              <a:lnSpc>
                <a:spcPct val="100000"/>
              </a:lnSpc>
              <a:spcBef>
                <a:spcPct val="0"/>
              </a:spcBef>
              <a:spcAft>
                <a:spcPct val="0"/>
              </a:spcAft>
              <a:buClrTx/>
              <a:buSzPct val="120000"/>
              <a:buFontTx/>
              <a:buNone/>
              <a:tabLst/>
              <a:defRPr/>
            </a:pPr>
            <a:r>
              <a:rPr kumimoji="0" lang="zh-TW" altLang="en-US" sz="2000" b="1" i="0" u="none" strike="noStrike" kern="0" cap="none" spc="0" normalizeH="0" baseline="0" noProof="0" dirty="0">
                <a:ln>
                  <a:noFill/>
                </a:ln>
                <a:solidFill>
                  <a:prstClr val="black"/>
                </a:solidFill>
                <a:effectLst/>
                <a:uLnTx/>
                <a:uFillTx/>
                <a:latin typeface="Microsoft JhengHei"/>
                <a:ea typeface="Microsoft JhengHei"/>
                <a:cs typeface="+mn-cs"/>
              </a:rPr>
              <a:t>學員：曹家瑜、郭文浩、王瑀軒</a:t>
            </a:r>
          </a:p>
          <a:p>
            <a:pPr marL="0" marR="0" lvl="0" indent="0" defTabSz="913526" rtl="0" eaLnBrk="0" fontAlgn="base" latinLnBrk="0" hangingPunct="0">
              <a:lnSpc>
                <a:spcPct val="100000"/>
              </a:lnSpc>
              <a:spcBef>
                <a:spcPct val="0"/>
              </a:spcBef>
              <a:spcAft>
                <a:spcPct val="0"/>
              </a:spcAft>
              <a:buClrTx/>
              <a:buSzPct val="120000"/>
              <a:buFontTx/>
              <a:buNone/>
              <a:tabLst/>
              <a:defRPr/>
            </a:pPr>
            <a:r>
              <a:rPr kumimoji="0" lang="zh-TW" altLang="en-US" sz="2000" b="1" i="0" u="none" strike="noStrike" kern="0" cap="none" spc="0" normalizeH="0" baseline="0" noProof="0" dirty="0">
                <a:ln>
                  <a:noFill/>
                </a:ln>
                <a:solidFill>
                  <a:prstClr val="black"/>
                </a:solidFill>
                <a:effectLst/>
                <a:uLnTx/>
                <a:uFillTx/>
                <a:latin typeface="Microsoft JhengHei"/>
                <a:ea typeface="Microsoft JhengHei"/>
                <a:cs typeface="+mn-cs"/>
              </a:rPr>
              <a:t>部門：數位經營部</a:t>
            </a:r>
          </a:p>
        </p:txBody>
      </p:sp>
    </p:spTree>
    <p:extLst>
      <p:ext uri="{BB962C8B-B14F-4D97-AF65-F5344CB8AC3E}">
        <p14:creationId xmlns:p14="http://schemas.microsoft.com/office/powerpoint/2010/main" val="157751839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5"/>
        <p:cNvGrpSpPr/>
        <p:nvPr/>
      </p:nvGrpSpPr>
      <p:grpSpPr>
        <a:xfrm>
          <a:off x="0" y="0"/>
          <a:ext cx="0" cy="0"/>
          <a:chOff x="0" y="0"/>
          <a:chExt cx="0" cy="0"/>
        </a:xfrm>
      </p:grpSpPr>
      <p:sp>
        <p:nvSpPr>
          <p:cNvPr id="36" name="Google Shape;36;p5"/>
          <p:cNvSpPr txBox="1">
            <a:spLocks noGrp="1"/>
          </p:cNvSpPr>
          <p:nvPr>
            <p:ph type="title"/>
          </p:nvPr>
        </p:nvSpPr>
        <p:spPr>
          <a:xfrm>
            <a:off x="365895" y="150922"/>
            <a:ext cx="11342694" cy="63522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zh-TW" sz="2800" b="1"/>
              <a:t>提案動機與目的</a:t>
            </a:r>
            <a:endParaRPr/>
          </a:p>
        </p:txBody>
      </p:sp>
      <p:sp>
        <p:nvSpPr>
          <p:cNvPr id="37" name="Google Shape;37;p5"/>
          <p:cNvSpPr txBox="1"/>
          <p:nvPr/>
        </p:nvSpPr>
        <p:spPr>
          <a:xfrm>
            <a:off x="365895" y="955131"/>
            <a:ext cx="7693200" cy="3693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0000"/>
              </a:buClr>
              <a:buSzPts val="1800"/>
              <a:buFont typeface="Arial"/>
              <a:buNone/>
              <a:tabLst/>
              <a:defRPr/>
            </a:pPr>
            <a:r>
              <a:rPr kumimoji="0" lang="zh-TW" altLang="en-US" sz="1800" b="1" i="0" u="none" strike="noStrike" kern="0" cap="none" spc="0" normalizeH="0" baseline="0" noProof="0" dirty="0">
                <a:ln>
                  <a:noFill/>
                </a:ln>
                <a:solidFill>
                  <a:srgbClr val="FF0000"/>
                </a:solidFill>
                <a:effectLst/>
                <a:uLnTx/>
                <a:uFillTx/>
                <a:latin typeface="Microsoft JhengHei"/>
                <a:ea typeface="Microsoft JhengHei"/>
                <a:cs typeface="Microsoft JhengHei"/>
                <a:sym typeface="Microsoft JhengHei"/>
              </a:rPr>
              <a:t>說明痛點及設計理念</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38" name="Google Shape;38;p5"/>
          <p:cNvSpPr txBox="1"/>
          <p:nvPr/>
        </p:nvSpPr>
        <p:spPr>
          <a:xfrm>
            <a:off x="359999" y="1493413"/>
            <a:ext cx="11342693" cy="4771919"/>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en-US" altLang="zh-TW" sz="1400" b="0"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專案經理每天要橫跨會議、看板、內部數據與 KPI，追「誰該做什麼、做到哪、數字達標了沒」，資訊分散、人工彙整既耗時又容易漏。</a:t>
            </a:r>
            <a:endParaRPr kumimoji="0" sz="1400" b="0"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endParaRPr>
          </a:p>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en-US" altLang="zh-TW" sz="1400" b="0"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 會議結論散在逐字稿裡，會後整理待辦、派單得從頭看一遍，很花時間</a:t>
            </a:r>
          </a:p>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en-US" altLang="zh-TW" sz="1400" b="0"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 進度分散在 Planner／Teams，逾期靠人工追、常常漏催，也缺一眼看懂的甘特圖</a:t>
            </a:r>
          </a:p>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en-US" altLang="zh-TW" sz="1400" b="0"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 成效要自己進 CUBE／神策一頁頁撈數，再人工對 KPI 目標算缺口，慢又容易出錯</a:t>
            </a:r>
          </a:p>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en-US" altLang="zh-TW" sz="1400" b="0"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 催辦與追蹤靠 PM 記憶與人情，標準不一，重要的事說忘就忘</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43"/>
        <p:cNvGrpSpPr/>
        <p:nvPr/>
      </p:nvGrpSpPr>
      <p:grpSpPr>
        <a:xfrm>
          <a:off x="0" y="0"/>
          <a:ext cx="0" cy="0"/>
          <a:chOff x="0" y="0"/>
          <a:chExt cx="0" cy="0"/>
        </a:xfrm>
      </p:grpSpPr>
      <p:sp>
        <p:nvSpPr>
          <p:cNvPr id="44" name="Google Shape;44;p1"/>
          <p:cNvSpPr txBox="1">
            <a:spLocks noGrp="1"/>
          </p:cNvSpPr>
          <p:nvPr>
            <p:ph type="title"/>
          </p:nvPr>
        </p:nvSpPr>
        <p:spPr>
          <a:xfrm>
            <a:off x="365895" y="150922"/>
            <a:ext cx="11342694" cy="63522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zh-TW" sz="2800" b="1"/>
              <a:t>痛點對應解法與 Agent 目標使用者樣貌</a:t>
            </a:r>
            <a:endParaRPr/>
          </a:p>
        </p:txBody>
      </p:sp>
      <p:sp>
        <p:nvSpPr>
          <p:cNvPr id="45" name="Google Shape;45;p1"/>
          <p:cNvSpPr txBox="1"/>
          <p:nvPr/>
        </p:nvSpPr>
        <p:spPr>
          <a:xfrm>
            <a:off x="365895" y="955131"/>
            <a:ext cx="7693150"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0000"/>
              </a:buClr>
              <a:buSzPts val="1800"/>
              <a:buFont typeface="Arial"/>
              <a:buNone/>
              <a:tabLst/>
              <a:defRPr/>
            </a:pPr>
            <a:r>
              <a:rPr kumimoji="0" lang="zh-TW" altLang="en-US" sz="1800" b="1" i="0" u="none" strike="noStrike" kern="0" cap="none" spc="0" normalizeH="0" baseline="0" noProof="0" dirty="0">
                <a:ln>
                  <a:noFill/>
                </a:ln>
                <a:solidFill>
                  <a:srgbClr val="FF0000"/>
                </a:solidFill>
                <a:effectLst/>
                <a:uLnTx/>
                <a:uFillTx/>
                <a:latin typeface="Microsoft JhengHei"/>
                <a:ea typeface="Microsoft JhengHei"/>
                <a:cs typeface="Microsoft JhengHei"/>
                <a:sym typeface="Microsoft JhengHei"/>
              </a:rPr>
              <a:t>對應痛點的核心解法，並且詳述 </a:t>
            </a:r>
            <a:r>
              <a:rPr kumimoji="0" lang="en-US" altLang="zh-TW" sz="1800" b="1" i="0" u="none" strike="noStrike" kern="0" cap="none" spc="0" normalizeH="0" baseline="0" noProof="0" dirty="0">
                <a:ln>
                  <a:noFill/>
                </a:ln>
                <a:solidFill>
                  <a:srgbClr val="FF0000"/>
                </a:solidFill>
                <a:effectLst/>
                <a:uLnTx/>
                <a:uFillTx/>
                <a:latin typeface="Microsoft JhengHei"/>
                <a:ea typeface="Microsoft JhengHei"/>
                <a:cs typeface="Microsoft JhengHei"/>
                <a:sym typeface="Microsoft JhengHei"/>
              </a:rPr>
              <a:t>Agent </a:t>
            </a:r>
            <a:r>
              <a:rPr kumimoji="0" lang="zh-TW" altLang="en-US" sz="1800" b="1" i="0" u="none" strike="noStrike" kern="0" cap="none" spc="0" normalizeH="0" baseline="0" noProof="0" dirty="0">
                <a:ln>
                  <a:noFill/>
                </a:ln>
                <a:solidFill>
                  <a:srgbClr val="FF0000"/>
                </a:solidFill>
                <a:effectLst/>
                <a:uLnTx/>
                <a:uFillTx/>
                <a:latin typeface="Microsoft JhengHei"/>
                <a:ea typeface="Microsoft JhengHei"/>
                <a:cs typeface="Microsoft JhengHei"/>
                <a:sym typeface="Microsoft JhengHei"/>
              </a:rPr>
              <a:t>應用的目標對象／客群</a:t>
            </a:r>
            <a:endParaRPr kumimoji="0" sz="1400" b="0" i="0" u="none" strike="noStrike" kern="0" cap="none" spc="0" normalizeH="0" baseline="0" noProof="0" dirty="0">
              <a:ln>
                <a:noFill/>
              </a:ln>
              <a:solidFill>
                <a:srgbClr val="000000"/>
              </a:solidFill>
              <a:effectLst/>
              <a:uLnTx/>
              <a:uFillTx/>
              <a:latin typeface="Arial"/>
              <a:ea typeface="Arial"/>
              <a:cs typeface="Arial"/>
              <a:sym typeface="Arial"/>
            </a:endParaRPr>
          </a:p>
        </p:txBody>
      </p:sp>
      <p:sp>
        <p:nvSpPr>
          <p:cNvPr id="46" name="Google Shape;46;p1"/>
          <p:cNvSpPr txBox="1"/>
          <p:nvPr/>
        </p:nvSpPr>
        <p:spPr>
          <a:xfrm>
            <a:off x="365895" y="1324463"/>
            <a:ext cx="11342693" cy="635226"/>
          </a:xfrm>
          <a:prstGeom prst="rect">
            <a:avLst/>
          </a:prstGeom>
          <a:noFill/>
          <a:ln>
            <a:noFill/>
          </a:ln>
        </p:spPr>
        <p:txBody>
          <a:bodyPr spcFirstLastPara="1" wrap="square" lIns="91425" tIns="91425" rIns="91425" bIns="91425" anchor="t" anchorCtr="0">
            <a:noAutofit/>
          </a:bodyPr>
          <a:lstStyle/>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sz="1400" b="1">
                <a:latin typeface="Microsoft JhengHei"/>
                <a:ea typeface="Microsoft JhengHei"/>
              </a:rPr>
              <a:t>核心解法：組一支「AIPM」多 Agent 團隊——會議記錄／時程／數據／KPI 共用 Planner＋SharePoint 資料層協作，PM 只需按確認。</a:t>
            </a:r>
            <a:endParaRPr kumimoji="0" sz="1400" b="1" i="0" u="none" strike="noStrike" kern="0" cap="none" spc="0" normalizeH="0" baseline="0" noProof="0" dirty="0">
              <a:ln>
                <a:noFill/>
              </a:ln>
              <a:effectLst/>
              <a:uLnTx/>
              <a:uFillTx/>
              <a:latin typeface="Microsoft JhengHei"/>
              <a:ea typeface="Microsoft JhengHei"/>
              <a:cs typeface="Microsoft JhengHei"/>
              <a:sym typeface="Microsoft JhengHei"/>
            </a:endParaRPr>
          </a:p>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sz="1400" b="1">
                <a:latin typeface="Microsoft JhengHei"/>
                <a:ea typeface="Microsoft JhengHei"/>
              </a:rPr>
              <a:t>目標對象：專案經理與跨部門專案成員；數位經營部約 5 位同性質 PM 可直接沿用同一套 Agent。</a:t>
            </a:r>
          </a:p>
        </p:txBody>
      </p:sp>
      <p:sp>
        <p:nvSpPr>
          <p:cNvPr id="47" name="Google Shape;47;p1"/>
          <p:cNvSpPr/>
          <p:nvPr/>
        </p:nvSpPr>
        <p:spPr>
          <a:xfrm>
            <a:off x="4631877" y="2297591"/>
            <a:ext cx="2928245" cy="3810000"/>
          </a:xfrm>
          <a:prstGeom prst="rect">
            <a:avLst/>
          </a:prstGeom>
          <a:no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48" name="Google Shape;48;p1"/>
          <p:cNvSpPr txBox="1"/>
          <p:nvPr/>
        </p:nvSpPr>
        <p:spPr>
          <a:xfrm>
            <a:off x="4631877" y="2297591"/>
            <a:ext cx="2928245" cy="375937"/>
          </a:xfrm>
          <a:prstGeom prst="rect">
            <a:avLst/>
          </a:prstGeom>
          <a:solidFill>
            <a:srgbClr val="FFC000"/>
          </a:solid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zh-TW" altLang="en-US" sz="1400" b="1"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處理</a:t>
            </a:r>
            <a:endParaRPr kumimoji="0" sz="1400" b="1"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endParaRPr>
          </a:p>
        </p:txBody>
      </p:sp>
      <p:sp>
        <p:nvSpPr>
          <p:cNvPr id="49" name="Google Shape;49;p1"/>
          <p:cNvSpPr txBox="1"/>
          <p:nvPr/>
        </p:nvSpPr>
        <p:spPr>
          <a:xfrm>
            <a:off x="4631877" y="2835906"/>
            <a:ext cx="2928245" cy="69910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50000"/>
              </a:lnSpc>
              <a:spcBef>
                <a:spcPts val="0"/>
              </a:spcBef>
              <a:spcAft>
                <a:spcPts val="600"/>
              </a:spcAft>
              <a:buClr>
                <a:srgbClr val="000000"/>
              </a:buClr>
              <a:buSzPts val="1400"/>
              <a:buFont typeface="Arial"/>
              <a:buNone/>
              <a:tabLst/>
              <a:defRPr/>
            </a:pPr>
            <a:r>
              <a:rPr sz="1400" b="1">
                <a:solidFill>
                  <a:srgbClr val="000000"/>
                </a:solidFill>
                <a:latin typeface="Microsoft JhengHei"/>
                <a:ea typeface="Microsoft JhengHei"/>
              </a:rPr>
              <a:t>會議記錄</a:t>
            </a:r>
            <a:r>
              <a:rPr sz="1400" b="0">
                <a:solidFill>
                  <a:srgbClr val="000000"/>
                </a:solidFill>
                <a:latin typeface="Microsoft JhengHei"/>
                <a:ea typeface="Microsoft JhengHei"/>
              </a:rPr>
              <a:t>：抽結論與待辦、標「需確認」</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50000"/>
              </a:lnSpc>
              <a:spcBef>
                <a:spcPts val="0"/>
              </a:spcBef>
              <a:spcAft>
                <a:spcPts val="600"/>
              </a:spcAft>
              <a:buClr>
                <a:srgbClr val="000000"/>
              </a:buClr>
              <a:buSzPts val="1400"/>
              <a:buFont typeface="Arial"/>
              <a:buNone/>
              <a:tabLst/>
              <a:defRPr/>
            </a:pPr>
            <a:r>
              <a:rPr sz="1400" b="1">
                <a:solidFill>
                  <a:srgbClr val="000000"/>
                </a:solidFill>
                <a:latin typeface="Microsoft JhengHei"/>
                <a:ea typeface="Microsoft JhengHei"/>
              </a:rPr>
              <a:t>時程</a:t>
            </a:r>
            <a:r>
              <a:rPr sz="1400" b="0">
                <a:solidFill>
                  <a:srgbClr val="000000"/>
                </a:solidFill>
                <a:latin typeface="Microsoft JhengHei"/>
                <a:ea typeface="Microsoft JhengHei"/>
              </a:rPr>
              <a:t>：掃逾期／到期、生成催辦草稿</a:t>
            </a:r>
          </a:p>
          <a:p>
            <a:pPr marL="0" marR="0" lvl="0" indent="0" algn="l" defTabSz="914400" rtl="0" eaLnBrk="1" fontAlgn="auto" latinLnBrk="0" hangingPunct="1">
              <a:lnSpc>
                <a:spcPct val="150000"/>
              </a:lnSpc>
              <a:spcBef>
                <a:spcPts val="0"/>
              </a:spcBef>
              <a:spcAft>
                <a:spcPts val="600"/>
              </a:spcAft>
              <a:buClr>
                <a:srgbClr val="000000"/>
              </a:buClr>
              <a:buSzPts val="1400"/>
              <a:buFont typeface="Arial"/>
              <a:buNone/>
              <a:tabLst/>
              <a:defRPr/>
            </a:pPr>
            <a:r>
              <a:rPr sz="1400" b="1">
                <a:solidFill>
                  <a:srgbClr val="000000"/>
                </a:solidFill>
                <a:latin typeface="Microsoft JhengHei"/>
                <a:ea typeface="Microsoft JhengHei"/>
              </a:rPr>
              <a:t>數據</a:t>
            </a:r>
            <a:r>
              <a:rPr sz="1400" b="0">
                <a:solidFill>
                  <a:srgbClr val="000000"/>
                </a:solidFill>
                <a:latin typeface="Microsoft JhengHei"/>
                <a:ea typeface="Microsoft JhengHei"/>
              </a:rPr>
              <a:t>：白名單範本查詢，LLM 只填參數</a:t>
            </a:r>
          </a:p>
          <a:p>
            <a:pPr marL="0" marR="0" lvl="0" indent="0" algn="l" defTabSz="914400" rtl="0" eaLnBrk="1" fontAlgn="auto" latinLnBrk="0" hangingPunct="1">
              <a:lnSpc>
                <a:spcPct val="150000"/>
              </a:lnSpc>
              <a:spcBef>
                <a:spcPts val="0"/>
              </a:spcBef>
              <a:spcAft>
                <a:spcPts val="600"/>
              </a:spcAft>
              <a:buClr>
                <a:srgbClr val="000000"/>
              </a:buClr>
              <a:buSzPts val="1400"/>
              <a:buFont typeface="Arial"/>
              <a:buNone/>
              <a:tabLst/>
              <a:defRPr/>
            </a:pPr>
            <a:r>
              <a:rPr sz="1400" b="1">
                <a:solidFill>
                  <a:srgbClr val="000000"/>
                </a:solidFill>
                <a:latin typeface="Microsoft JhengHei"/>
                <a:ea typeface="Microsoft JhengHei"/>
              </a:rPr>
              <a:t>KPI</a:t>
            </a:r>
            <a:r>
              <a:rPr sz="1400" b="0">
                <a:solidFill>
                  <a:srgbClr val="000000"/>
                </a:solidFill>
                <a:latin typeface="Microsoft JhengHei"/>
                <a:ea typeface="Microsoft JhengHei"/>
              </a:rPr>
              <a:t>：Gap 純程式計算並附說明</a:t>
            </a:r>
          </a:p>
        </p:txBody>
      </p:sp>
      <p:sp>
        <p:nvSpPr>
          <p:cNvPr id="50" name="Google Shape;50;p1"/>
          <p:cNvSpPr/>
          <p:nvPr/>
        </p:nvSpPr>
        <p:spPr>
          <a:xfrm>
            <a:off x="8059045" y="2297591"/>
            <a:ext cx="2928245" cy="3810000"/>
          </a:xfrm>
          <a:prstGeom prst="rect">
            <a:avLst/>
          </a:prstGeom>
          <a:noFill/>
          <a:ln w="25400" cap="flat" cmpd="sng">
            <a:solidFill>
              <a:srgbClr val="00B05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51" name="Google Shape;51;p1"/>
          <p:cNvSpPr txBox="1"/>
          <p:nvPr/>
        </p:nvSpPr>
        <p:spPr>
          <a:xfrm>
            <a:off x="8059045" y="2297591"/>
            <a:ext cx="2928245" cy="375937"/>
          </a:xfrm>
          <a:prstGeom prst="rect">
            <a:avLst/>
          </a:prstGeom>
          <a:solidFill>
            <a:srgbClr val="00B050"/>
          </a:solid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zh-TW" altLang="en-US" sz="1400" b="1"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輸出</a:t>
            </a:r>
            <a:endParaRPr kumimoji="0" sz="1400" b="1"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endParaRPr>
          </a:p>
        </p:txBody>
      </p:sp>
      <p:sp>
        <p:nvSpPr>
          <p:cNvPr id="52" name="Google Shape;52;p1"/>
          <p:cNvSpPr txBox="1"/>
          <p:nvPr/>
        </p:nvSpPr>
        <p:spPr>
          <a:xfrm>
            <a:off x="8059045" y="2835906"/>
            <a:ext cx="2928245" cy="2662227"/>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50000"/>
              </a:lnSpc>
              <a:spcBef>
                <a:spcPts val="0"/>
              </a:spcBef>
              <a:spcAft>
                <a:spcPts val="600"/>
              </a:spcAft>
              <a:buClr>
                <a:srgbClr val="000000"/>
              </a:buClr>
              <a:buSzTx/>
              <a:buFont typeface="Arial"/>
              <a:buNone/>
              <a:tabLst/>
              <a:defRPr/>
            </a:pPr>
            <a:r>
              <a:rPr sz="1400" b="1">
                <a:solidFill>
                  <a:srgbClr val="000000"/>
                </a:solidFill>
                <a:latin typeface="Microsoft JhengHei"/>
                <a:ea typeface="Microsoft JhengHei"/>
              </a:rPr>
              <a:t>會議記錄</a:t>
            </a:r>
            <a:r>
              <a:rPr sz="1400" b="0">
                <a:solidFill>
                  <a:srgbClr val="000000"/>
                </a:solidFill>
                <a:latin typeface="Microsoft JhengHei"/>
                <a:ea typeface="Microsoft JhengHei"/>
              </a:rPr>
              <a:t>：待辦清單＋PM 確認後一鍵開單</a:t>
            </a:r>
            <a:endParaRPr kumimoji="0" sz="1400" b="0" i="0" u="none" strike="noStrike" kern="0" cap="none" spc="0" normalizeH="0" baseline="0" noProof="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50000"/>
              </a:lnSpc>
              <a:spcBef>
                <a:spcPts val="0"/>
              </a:spcBef>
              <a:spcAft>
                <a:spcPts val="600"/>
              </a:spcAft>
              <a:buClr>
                <a:srgbClr val="000000"/>
              </a:buClr>
              <a:buSzTx/>
              <a:buFont typeface="Arial"/>
              <a:buNone/>
              <a:tabLst/>
              <a:defRPr/>
            </a:pPr>
            <a:r>
              <a:rPr sz="1400" b="1">
                <a:solidFill>
                  <a:srgbClr val="000000"/>
                </a:solidFill>
                <a:latin typeface="Microsoft JhengHei"/>
                <a:ea typeface="Microsoft JhengHei"/>
              </a:rPr>
              <a:t>時程</a:t>
            </a:r>
            <a:r>
              <a:rPr sz="1400" b="0">
                <a:solidFill>
                  <a:srgbClr val="000000"/>
                </a:solidFill>
                <a:latin typeface="Microsoft JhengHei"/>
                <a:ea typeface="Microsoft JhengHei"/>
              </a:rPr>
              <a:t>：</a:t>
            </a:r>
            <a:r>
              <a:rPr lang="en-US" sz="1400" b="0">
                <a:solidFill>
                  <a:srgbClr val="000000"/>
                </a:solidFill>
                <a:latin typeface="Microsoft JhengHei"/>
                <a:ea typeface="Microsoft JhengHei"/>
              </a:rPr>
              <a:t>Power BI </a:t>
            </a:r>
            <a:r>
              <a:rPr lang="zh-TW" altLang="en-US" sz="1400" b="0">
                <a:solidFill>
                  <a:srgbClr val="000000"/>
                </a:solidFill>
                <a:latin typeface="Microsoft JhengHei"/>
                <a:ea typeface="Microsoft JhengHei"/>
              </a:rPr>
              <a:t>甘特圖＋催辦草稿</a:t>
            </a:r>
            <a:r>
              <a:rPr sz="1400" b="0">
                <a:solidFill>
                  <a:srgbClr val="000000"/>
                </a:solidFill>
                <a:latin typeface="Microsoft JhengHei"/>
                <a:ea typeface="Microsoft JhengHei"/>
              </a:rPr>
              <a:t>（核可後發送）</a:t>
            </a:r>
          </a:p>
          <a:p>
            <a:pPr marL="0" marR="0" lvl="0" indent="0" algn="l" defTabSz="914400" rtl="0" eaLnBrk="1" fontAlgn="auto" latinLnBrk="0" hangingPunct="1">
              <a:lnSpc>
                <a:spcPct val="150000"/>
              </a:lnSpc>
              <a:spcBef>
                <a:spcPts val="0"/>
              </a:spcBef>
              <a:spcAft>
                <a:spcPts val="600"/>
              </a:spcAft>
              <a:buClr>
                <a:srgbClr val="000000"/>
              </a:buClr>
              <a:buSzTx/>
              <a:buFont typeface="Arial"/>
              <a:buNone/>
              <a:tabLst/>
              <a:defRPr/>
            </a:pPr>
            <a:r>
              <a:rPr sz="1400" b="1">
                <a:solidFill>
                  <a:srgbClr val="000000"/>
                </a:solidFill>
                <a:latin typeface="Microsoft JhengHei"/>
                <a:ea typeface="Microsoft JhengHei"/>
              </a:rPr>
              <a:t>數據</a:t>
            </a:r>
            <a:r>
              <a:rPr sz="1400" b="0">
                <a:solidFill>
                  <a:srgbClr val="000000"/>
                </a:solidFill>
                <a:latin typeface="Microsoft JhengHei"/>
                <a:ea typeface="Microsoft JhengHei"/>
              </a:rPr>
              <a:t>：繁中摘要＋Markdown 表格</a:t>
            </a:r>
          </a:p>
          <a:p>
            <a:pPr marL="0" marR="0" lvl="0" indent="0" algn="l" defTabSz="914400" rtl="0" eaLnBrk="1" fontAlgn="auto" latinLnBrk="0" hangingPunct="1">
              <a:lnSpc>
                <a:spcPct val="150000"/>
              </a:lnSpc>
              <a:spcBef>
                <a:spcPts val="0"/>
              </a:spcBef>
              <a:spcAft>
                <a:spcPts val="600"/>
              </a:spcAft>
              <a:buClr>
                <a:srgbClr val="000000"/>
              </a:buClr>
              <a:buSzTx/>
              <a:buFont typeface="Arial"/>
              <a:buNone/>
              <a:tabLst/>
              <a:defRPr/>
            </a:pPr>
            <a:r>
              <a:rPr sz="1400" b="1">
                <a:solidFill>
                  <a:srgbClr val="000000"/>
                </a:solidFill>
                <a:latin typeface="Microsoft JhengHei"/>
                <a:ea typeface="Microsoft JhengHei"/>
              </a:rPr>
              <a:t>KPI</a:t>
            </a:r>
            <a:r>
              <a:rPr sz="1400" b="0">
                <a:solidFill>
                  <a:srgbClr val="000000"/>
                </a:solidFill>
                <a:latin typeface="Microsoft JhengHei"/>
                <a:ea typeface="Microsoft JhengHei"/>
              </a:rPr>
              <a:t>：缺口警示與建議（標「參考」）</a:t>
            </a:r>
          </a:p>
        </p:txBody>
      </p:sp>
      <p:sp>
        <p:nvSpPr>
          <p:cNvPr id="53" name="Google Shape;53;p1"/>
          <p:cNvSpPr/>
          <p:nvPr/>
        </p:nvSpPr>
        <p:spPr>
          <a:xfrm>
            <a:off x="1204709" y="2297591"/>
            <a:ext cx="2928245" cy="3810000"/>
          </a:xfrm>
          <a:prstGeom prst="rect">
            <a:avLst/>
          </a:prstGeom>
          <a:noFill/>
          <a:ln w="25400" cap="flat" cmpd="sng">
            <a:solidFill>
              <a:srgbClr val="FF0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endParaRPr kumimoji="0" sz="1400" b="0" i="0" u="none" strike="noStrike" kern="0" cap="none" spc="0" normalizeH="0" baseline="0" noProof="0">
              <a:ln>
                <a:noFill/>
              </a:ln>
              <a:solidFill>
                <a:srgbClr val="FFFFFF"/>
              </a:solidFill>
              <a:effectLst/>
              <a:uLnTx/>
              <a:uFillTx/>
              <a:latin typeface="Arial"/>
              <a:ea typeface="Arial"/>
              <a:cs typeface="Arial"/>
              <a:sym typeface="Arial"/>
            </a:endParaRPr>
          </a:p>
        </p:txBody>
      </p:sp>
      <p:sp>
        <p:nvSpPr>
          <p:cNvPr id="54" name="Google Shape;54;p1"/>
          <p:cNvSpPr txBox="1"/>
          <p:nvPr/>
        </p:nvSpPr>
        <p:spPr>
          <a:xfrm>
            <a:off x="1204709" y="2297591"/>
            <a:ext cx="2928245" cy="375937"/>
          </a:xfrm>
          <a:prstGeom prst="rect">
            <a:avLst/>
          </a:prstGeom>
          <a:solidFill>
            <a:srgbClr val="FF0000"/>
          </a:solidFill>
          <a:ln>
            <a:noFill/>
          </a:ln>
        </p:spPr>
        <p:txBody>
          <a:bodyPr spcFirstLastPara="1" wrap="square" lIns="91425" tIns="45700" rIns="91425" bIns="45700" anchor="t" anchorCtr="0">
            <a:spAutoFit/>
          </a:bodyPr>
          <a:lstStyle/>
          <a:p>
            <a:pPr marL="0" marR="0" lvl="0" indent="0" algn="ctr"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zh-TW" altLang="en-US" sz="1400" b="1"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rPr>
              <a:t>輸入</a:t>
            </a:r>
            <a:endParaRPr kumimoji="0" sz="1400" b="1" i="0" u="none" strike="noStrike" kern="0" cap="none" spc="0" normalizeH="0" baseline="0" noProof="0">
              <a:ln>
                <a:noFill/>
              </a:ln>
              <a:solidFill>
                <a:srgbClr val="000000"/>
              </a:solidFill>
              <a:effectLst/>
              <a:uLnTx/>
              <a:uFillTx/>
              <a:latin typeface="Microsoft JhengHei"/>
              <a:ea typeface="Microsoft JhengHei"/>
              <a:cs typeface="Microsoft JhengHei"/>
              <a:sym typeface="Microsoft JhengHei"/>
            </a:endParaRPr>
          </a:p>
        </p:txBody>
      </p:sp>
      <p:sp>
        <p:nvSpPr>
          <p:cNvPr id="55" name="Google Shape;55;p1"/>
          <p:cNvSpPr txBox="1"/>
          <p:nvPr/>
        </p:nvSpPr>
        <p:spPr>
          <a:xfrm>
            <a:off x="1204709" y="2835906"/>
            <a:ext cx="2928245" cy="69910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50000"/>
              </a:lnSpc>
              <a:spcBef>
                <a:spcPts val="0"/>
              </a:spcBef>
              <a:spcAft>
                <a:spcPts val="600"/>
              </a:spcAft>
              <a:buClr>
                <a:srgbClr val="000000"/>
              </a:buClr>
              <a:buSzTx/>
              <a:buFont typeface="Arial"/>
              <a:buNone/>
              <a:tabLst/>
              <a:defRPr/>
            </a:pPr>
            <a:r>
              <a:rPr sz="1400" b="1" dirty="0" err="1">
                <a:solidFill>
                  <a:srgbClr val="000000"/>
                </a:solidFill>
                <a:latin typeface="Microsoft JhengHei"/>
                <a:ea typeface="Microsoft JhengHei"/>
              </a:rPr>
              <a:t>會議記錄</a:t>
            </a:r>
            <a:r>
              <a:rPr sz="1400" b="0" dirty="0" err="1">
                <a:solidFill>
                  <a:srgbClr val="000000"/>
                </a:solidFill>
                <a:latin typeface="Microsoft JhengHei"/>
                <a:ea typeface="Microsoft JhengHei"/>
              </a:rPr>
              <a:t>：會議逐字稿／Teams</a:t>
            </a:r>
            <a:r>
              <a:rPr sz="1400" b="0" dirty="0">
                <a:solidFill>
                  <a:srgbClr val="000000"/>
                </a:solidFill>
                <a:latin typeface="Microsoft JhengHei"/>
                <a:ea typeface="Microsoft JhengHei"/>
              </a:rPr>
              <a:t> </a:t>
            </a:r>
            <a:r>
              <a:rPr sz="1400" b="0" dirty="0" err="1">
                <a:solidFill>
                  <a:srgbClr val="000000"/>
                </a:solidFill>
                <a:latin typeface="Microsoft JhengHei"/>
                <a:ea typeface="Microsoft JhengHei"/>
              </a:rPr>
              <a:t>會議記錄</a:t>
            </a:r>
            <a:endParaRPr kumimoji="0" sz="1400" b="0" i="0" u="none" strike="noStrike" kern="0" cap="none" spc="0" normalizeH="0" baseline="0" noProof="0" dirty="0">
              <a:ln>
                <a:noFill/>
              </a:ln>
              <a:solidFill>
                <a:srgbClr val="000000"/>
              </a:solidFill>
              <a:effectLst/>
              <a:uLnTx/>
              <a:uFillTx/>
              <a:latin typeface="Arial"/>
              <a:cs typeface="Arial"/>
              <a:sym typeface="Arial"/>
            </a:endParaRPr>
          </a:p>
          <a:p>
            <a:pPr marL="0" marR="0" lvl="0" indent="0" algn="l" defTabSz="914400" rtl="0" eaLnBrk="1" fontAlgn="auto" latinLnBrk="0" hangingPunct="1">
              <a:lnSpc>
                <a:spcPct val="150000"/>
              </a:lnSpc>
              <a:spcBef>
                <a:spcPts val="0"/>
              </a:spcBef>
              <a:spcAft>
                <a:spcPts val="600"/>
              </a:spcAft>
              <a:buClr>
                <a:srgbClr val="000000"/>
              </a:buClr>
              <a:buSzTx/>
              <a:buFont typeface="Arial"/>
              <a:buNone/>
              <a:tabLst/>
              <a:defRPr/>
            </a:pPr>
            <a:r>
              <a:rPr sz="1400" b="1" dirty="0" err="1">
                <a:solidFill>
                  <a:srgbClr val="000000"/>
                </a:solidFill>
                <a:latin typeface="Microsoft JhengHei"/>
                <a:ea typeface="Microsoft JhengHei"/>
              </a:rPr>
              <a:t>時程</a:t>
            </a:r>
            <a:r>
              <a:rPr sz="1400" b="0" dirty="0" err="1">
                <a:solidFill>
                  <a:srgbClr val="000000"/>
                </a:solidFill>
                <a:latin typeface="Microsoft JhengHei"/>
                <a:ea typeface="Microsoft JhengHei"/>
              </a:rPr>
              <a:t>：Planner</a:t>
            </a:r>
            <a:r>
              <a:rPr sz="1400" b="0" dirty="0">
                <a:solidFill>
                  <a:srgbClr val="000000"/>
                </a:solidFill>
                <a:latin typeface="Microsoft JhengHei"/>
                <a:ea typeface="Microsoft JhengHei"/>
              </a:rPr>
              <a:t> </a:t>
            </a:r>
            <a:r>
              <a:rPr sz="1400" b="0" dirty="0" err="1">
                <a:solidFill>
                  <a:srgbClr val="000000"/>
                </a:solidFill>
                <a:latin typeface="Microsoft JhengHei"/>
                <a:ea typeface="Microsoft JhengHei"/>
              </a:rPr>
              <a:t>任務看板</a:t>
            </a:r>
            <a:endParaRPr sz="1400" b="0" dirty="0">
              <a:solidFill>
                <a:srgbClr val="000000"/>
              </a:solidFill>
              <a:latin typeface="Microsoft JhengHei"/>
              <a:ea typeface="Microsoft JhengHei"/>
            </a:endParaRPr>
          </a:p>
          <a:p>
            <a:pPr marL="0" marR="0" lvl="0" indent="0" algn="l" defTabSz="914400" rtl="0" eaLnBrk="1" fontAlgn="auto" latinLnBrk="0" hangingPunct="1">
              <a:lnSpc>
                <a:spcPct val="150000"/>
              </a:lnSpc>
              <a:spcBef>
                <a:spcPts val="0"/>
              </a:spcBef>
              <a:spcAft>
                <a:spcPts val="600"/>
              </a:spcAft>
              <a:buClr>
                <a:srgbClr val="000000"/>
              </a:buClr>
              <a:buSzTx/>
              <a:buFont typeface="Arial"/>
              <a:buNone/>
              <a:tabLst/>
              <a:defRPr/>
            </a:pPr>
            <a:r>
              <a:rPr sz="1400" b="1" dirty="0" err="1">
                <a:solidFill>
                  <a:srgbClr val="000000"/>
                </a:solidFill>
                <a:latin typeface="Microsoft JhengHei"/>
                <a:ea typeface="Microsoft JhengHei"/>
              </a:rPr>
              <a:t>數據</a:t>
            </a:r>
            <a:r>
              <a:rPr sz="1400" b="0" dirty="0" err="1">
                <a:solidFill>
                  <a:srgbClr val="000000"/>
                </a:solidFill>
                <a:latin typeface="Microsoft JhengHei"/>
                <a:ea typeface="Microsoft JhengHei"/>
              </a:rPr>
              <a:t>：CUBE／神策內部數據（Phase</a:t>
            </a:r>
            <a:r>
              <a:rPr sz="1400" b="0" dirty="0">
                <a:solidFill>
                  <a:srgbClr val="000000"/>
                </a:solidFill>
                <a:latin typeface="Microsoft JhengHei"/>
                <a:ea typeface="Microsoft JhengHei"/>
              </a:rPr>
              <a:t> 2）</a:t>
            </a:r>
          </a:p>
          <a:p>
            <a:pPr marL="0" marR="0" lvl="0" indent="0" algn="l" defTabSz="914400" rtl="0" eaLnBrk="1" fontAlgn="auto" latinLnBrk="0" hangingPunct="1">
              <a:lnSpc>
                <a:spcPct val="150000"/>
              </a:lnSpc>
              <a:spcBef>
                <a:spcPts val="0"/>
              </a:spcBef>
              <a:spcAft>
                <a:spcPts val="600"/>
              </a:spcAft>
              <a:buClr>
                <a:srgbClr val="000000"/>
              </a:buClr>
              <a:buSzTx/>
              <a:buFont typeface="Arial"/>
              <a:buNone/>
              <a:tabLst/>
              <a:defRPr/>
            </a:pPr>
            <a:r>
              <a:rPr sz="1400" b="1" dirty="0">
                <a:solidFill>
                  <a:srgbClr val="000000"/>
                </a:solidFill>
                <a:latin typeface="Microsoft JhengHei"/>
                <a:ea typeface="Microsoft JhengHei"/>
              </a:rPr>
              <a:t>KPI</a:t>
            </a:r>
            <a:r>
              <a:rPr sz="1400" b="0" dirty="0">
                <a:solidFill>
                  <a:srgbClr val="000000"/>
                </a:solidFill>
                <a:latin typeface="Microsoft JhengHei"/>
                <a:ea typeface="Microsoft JhengHei"/>
              </a:rPr>
              <a:t>：KPI </a:t>
            </a:r>
            <a:r>
              <a:rPr sz="1400" b="0" dirty="0" err="1">
                <a:solidFill>
                  <a:srgbClr val="000000"/>
                </a:solidFill>
                <a:latin typeface="Microsoft JhengHei"/>
                <a:ea typeface="Microsoft JhengHei"/>
              </a:rPr>
              <a:t>目標（SharePoint</a:t>
            </a:r>
            <a:r>
              <a:rPr sz="1400" b="0" dirty="0">
                <a:solidFill>
                  <a:srgbClr val="000000"/>
                </a:solidFill>
                <a:latin typeface="Microsoft JhengHei"/>
                <a:ea typeface="Microsoft JhengHei"/>
              </a:rPr>
              <a:t> Excel）</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68"/>
        <p:cNvGrpSpPr/>
        <p:nvPr/>
      </p:nvGrpSpPr>
      <p:grpSpPr>
        <a:xfrm>
          <a:off x="0" y="0"/>
          <a:ext cx="0" cy="0"/>
          <a:chOff x="0" y="0"/>
          <a:chExt cx="0" cy="0"/>
        </a:xfrm>
      </p:grpSpPr>
      <p:sp>
        <p:nvSpPr>
          <p:cNvPr id="8" name="矩形: 圓角 7">
            <a:extLst>
              <a:ext uri="{FF2B5EF4-FFF2-40B4-BE49-F238E27FC236}">
                <a16:creationId xmlns:a16="http://schemas.microsoft.com/office/drawing/2014/main" id="{03584C9E-544C-1A9D-E66E-1496712C5394}"/>
              </a:ext>
            </a:extLst>
          </p:cNvPr>
          <p:cNvSpPr/>
          <p:nvPr/>
        </p:nvSpPr>
        <p:spPr>
          <a:xfrm>
            <a:off x="332096" y="2643116"/>
            <a:ext cx="6335404" cy="2456597"/>
          </a:xfrm>
          <a:prstGeom prst="roundRect">
            <a:avLst>
              <a:gd name="adj" fmla="val 9445"/>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TW" altLang="en-US"/>
          </a:p>
        </p:txBody>
      </p:sp>
      <p:sp>
        <p:nvSpPr>
          <p:cNvPr id="69" name="Google Shape;69;p7"/>
          <p:cNvSpPr txBox="1">
            <a:spLocks noGrp="1"/>
          </p:cNvSpPr>
          <p:nvPr>
            <p:ph type="title"/>
          </p:nvPr>
        </p:nvSpPr>
        <p:spPr>
          <a:xfrm>
            <a:off x="365895" y="150922"/>
            <a:ext cx="11342694" cy="63522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zh-TW" sz="2800" b="1"/>
              <a:t>流程簡述</a:t>
            </a:r>
            <a:endParaRPr/>
          </a:p>
        </p:txBody>
      </p:sp>
      <p:sp>
        <p:nvSpPr>
          <p:cNvPr id="70" name="Google Shape;70;p7"/>
          <p:cNvSpPr txBox="1"/>
          <p:nvPr/>
        </p:nvSpPr>
        <p:spPr>
          <a:xfrm>
            <a:off x="365895" y="955131"/>
            <a:ext cx="7693150"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0000"/>
              </a:buClr>
              <a:buSzPts val="1800"/>
              <a:buFont typeface="Arial"/>
              <a:buNone/>
              <a:tabLst/>
              <a:defRPr/>
            </a:pPr>
            <a:r>
              <a:rPr kumimoji="0" lang="en-US" altLang="zh-TW" sz="1800" b="1" i="0" u="none" strike="noStrike" kern="0" cap="none" spc="0" normalizeH="0" baseline="0" noProof="0">
                <a:ln>
                  <a:noFill/>
                </a:ln>
                <a:solidFill>
                  <a:srgbClr val="FF0000"/>
                </a:solidFill>
                <a:effectLst/>
                <a:uLnTx/>
                <a:uFillTx/>
                <a:latin typeface="Microsoft JhengHei"/>
                <a:ea typeface="Microsoft JhengHei"/>
                <a:cs typeface="Microsoft JhengHei"/>
                <a:sym typeface="Microsoft JhengHei"/>
              </a:rPr>
              <a:t>AI Agent </a:t>
            </a:r>
            <a:r>
              <a:rPr kumimoji="0" lang="zh-TW" altLang="en-US" sz="1800" b="1" i="0" u="none" strike="noStrike" kern="0" cap="none" spc="0" normalizeH="0" baseline="0" noProof="0">
                <a:ln>
                  <a:noFill/>
                </a:ln>
                <a:solidFill>
                  <a:srgbClr val="FF0000"/>
                </a:solidFill>
                <a:effectLst/>
                <a:uLnTx/>
                <a:uFillTx/>
                <a:latin typeface="Microsoft JhengHei"/>
                <a:ea typeface="Microsoft JhengHei"/>
                <a:cs typeface="Microsoft JhengHei"/>
                <a:sym typeface="Microsoft JhengHei"/>
              </a:rPr>
              <a:t>的整體架構，用文字詳述</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6" name="文字方塊 5">
            <a:extLst>
              <a:ext uri="{FF2B5EF4-FFF2-40B4-BE49-F238E27FC236}">
                <a16:creationId xmlns:a16="http://schemas.microsoft.com/office/drawing/2014/main" id="{DE799AA1-389D-9CF3-1660-129B50C70817}"/>
              </a:ext>
            </a:extLst>
          </p:cNvPr>
          <p:cNvSpPr txBox="1"/>
          <p:nvPr/>
        </p:nvSpPr>
        <p:spPr>
          <a:xfrm>
            <a:off x="368300" y="1524000"/>
            <a:ext cx="6299200" cy="369332"/>
          </a:xfrm>
          <a:prstGeom prst="rect">
            <a:avLst/>
          </a:prstGeom>
          <a:noFill/>
        </p:spPr>
        <p:txBody>
          <a:bodyPr vert="horz" wrap="square" lIns="50800" tIns="25400" rIns="50800" bIns="25400" rtlCol="0" anchor="t">
            <a:noAutofit/>
          </a:bodyPr>
          <a:lstStyle/>
          <a:p>
            <a:pPr>
              <a:lnSpc>
                <a:spcPct val="128000"/>
              </a:lnSpc>
              <a:spcBef>
                <a:spcPts val="400"/>
              </a:spcBef>
            </a:pPr>
            <a:r>
              <a:rPr lang="zh-TW" altLang="en-US" sz="1400" b="1" dirty="0">
                <a:solidFill>
                  <a:srgbClr val="000000"/>
                </a:solidFill>
                <a:latin typeface="Microsoft YaHei" panose="020B0503020204020204" pitchFamily="34" charset="-122"/>
                <a:ea typeface="Microsoft YaHei" panose="020B0503020204020204" pitchFamily="34" charset="-122"/>
              </a:rPr>
              <a:t>▌ </a:t>
            </a:r>
            <a:r>
              <a:rPr lang="en-US" altLang="zh-TW" sz="1400" b="1" dirty="0">
                <a:solidFill>
                  <a:srgbClr val="000000"/>
                </a:solidFill>
                <a:latin typeface="Microsoft YaHei" panose="020B0503020204020204" pitchFamily="34" charset="-122"/>
                <a:ea typeface="Microsoft YaHei" panose="020B0503020204020204" pitchFamily="34" charset="-122"/>
              </a:rPr>
              <a:t>1.</a:t>
            </a:r>
            <a:r>
              <a:rPr lang="zh-TW" altLang="en-US" sz="1400" b="1" dirty="0">
                <a:solidFill>
                  <a:srgbClr val="000000"/>
                </a:solidFill>
                <a:latin typeface="Microsoft YaHei" panose="020B0503020204020204" pitchFamily="34" charset="-122"/>
                <a:ea typeface="Microsoft YaHei" panose="020B0503020204020204" pitchFamily="34" charset="-122"/>
              </a:rPr>
              <a:t> 架構組成</a:t>
            </a:r>
          </a:p>
          <a:p>
            <a:pPr>
              <a:lnSpc>
                <a:spcPct val="128000"/>
              </a:lnSpc>
              <a:spcBef>
                <a:spcPts val="400"/>
              </a:spcBef>
            </a:pPr>
            <a:r>
              <a:rPr lang="en-US" altLang="zh-TW" sz="1400" dirty="0">
                <a:solidFill>
                  <a:srgbClr val="000000"/>
                </a:solidFill>
                <a:latin typeface="Microsoft JhengHei" panose="020B0604030504040204" pitchFamily="34" charset="-120"/>
                <a:ea typeface="Microsoft JhengHei" panose="020B0604030504040204" pitchFamily="34" charset="-120"/>
              </a:rPr>
              <a:t>AIPM </a:t>
            </a:r>
            <a:r>
              <a:rPr lang="zh-TW" altLang="en-US" sz="1400" dirty="0">
                <a:solidFill>
                  <a:srgbClr val="000000"/>
                </a:solidFill>
                <a:latin typeface="Microsoft JhengHei" panose="020B0604030504040204" pitchFamily="34" charset="-120"/>
                <a:ea typeface="Microsoft JhengHei" panose="020B0604030504040204" pitchFamily="34" charset="-120"/>
              </a:rPr>
              <a:t>建在 </a:t>
            </a:r>
            <a:r>
              <a:rPr lang="en-US" altLang="zh-TW" sz="1400" dirty="0">
                <a:solidFill>
                  <a:srgbClr val="000000"/>
                </a:solidFill>
                <a:latin typeface="Microsoft JhengHei" panose="020B0604030504040204" pitchFamily="34" charset="-120"/>
                <a:ea typeface="Microsoft JhengHei" panose="020B0604030504040204" pitchFamily="34" charset="-120"/>
              </a:rPr>
              <a:t>Microsoft Copilot Studio</a:t>
            </a:r>
            <a:r>
              <a:rPr lang="zh-TW" altLang="en-US" sz="1400" dirty="0">
                <a:solidFill>
                  <a:srgbClr val="000000"/>
                </a:solidFill>
                <a:latin typeface="Microsoft JhengHei" panose="020B0604030504040204" pitchFamily="34" charset="-120"/>
                <a:ea typeface="Microsoft JhengHei" panose="020B0604030504040204" pitchFamily="34" charset="-120"/>
              </a:rPr>
              <a:t>（</a:t>
            </a:r>
            <a:r>
              <a:rPr lang="en-US" altLang="zh-TW" sz="1400" dirty="0">
                <a:solidFill>
                  <a:srgbClr val="000000"/>
                </a:solidFill>
                <a:latin typeface="Microsoft JhengHei" panose="020B0604030504040204" pitchFamily="34" charset="-120"/>
                <a:ea typeface="Microsoft JhengHei" panose="020B0604030504040204" pitchFamily="34" charset="-120"/>
              </a:rPr>
              <a:t>Azure OpenAI</a:t>
            </a:r>
            <a:r>
              <a:rPr lang="zh-TW" altLang="en-US" sz="1400" dirty="0">
                <a:solidFill>
                  <a:srgbClr val="000000"/>
                </a:solidFill>
                <a:latin typeface="Microsoft JhengHei" panose="020B0604030504040204" pitchFamily="34" charset="-120"/>
                <a:ea typeface="Microsoft JhengHei" panose="020B0604030504040204" pitchFamily="34" charset="-120"/>
              </a:rPr>
              <a:t>）；主 </a:t>
            </a:r>
            <a:r>
              <a:rPr lang="en-US" altLang="zh-TW" sz="1400" dirty="0">
                <a:solidFill>
                  <a:srgbClr val="000000"/>
                </a:solidFill>
                <a:latin typeface="Microsoft JhengHei" panose="020B0604030504040204" pitchFamily="34" charset="-120"/>
                <a:ea typeface="Microsoft JhengHei" panose="020B0604030504040204" pitchFamily="34" charset="-120"/>
              </a:rPr>
              <a:t>Agent </a:t>
            </a:r>
            <a:r>
              <a:rPr lang="zh-TW" altLang="en-US" sz="1400" dirty="0">
                <a:solidFill>
                  <a:srgbClr val="000000"/>
                </a:solidFill>
                <a:latin typeface="Microsoft JhengHei" panose="020B0604030504040204" pitchFamily="34" charset="-120"/>
                <a:ea typeface="Microsoft JhengHei" panose="020B0604030504040204" pitchFamily="34" charset="-120"/>
              </a:rPr>
              <a:t>依意圖分流給四個子 </a:t>
            </a:r>
            <a:r>
              <a:rPr lang="en-US" altLang="zh-TW" sz="1400" dirty="0">
                <a:solidFill>
                  <a:srgbClr val="000000"/>
                </a:solidFill>
                <a:latin typeface="Microsoft JhengHei" panose="020B0604030504040204" pitchFamily="34" charset="-120"/>
                <a:ea typeface="Microsoft JhengHei" panose="020B0604030504040204" pitchFamily="34" charset="-120"/>
              </a:rPr>
              <a:t>Agent</a:t>
            </a:r>
            <a:r>
              <a:rPr lang="zh-TW" altLang="en-US" sz="1400" dirty="0">
                <a:solidFill>
                  <a:srgbClr val="000000"/>
                </a:solidFill>
                <a:latin typeface="Microsoft JhengHei" panose="020B0604030504040204" pitchFamily="34" charset="-120"/>
                <a:ea typeface="Microsoft JhengHei" panose="020B0604030504040204" pitchFamily="34" charset="-120"/>
              </a:rPr>
              <a:t>，經 </a:t>
            </a:r>
            <a:r>
              <a:rPr lang="en-US" altLang="zh-TW" sz="1400" dirty="0">
                <a:solidFill>
                  <a:srgbClr val="000000"/>
                </a:solidFill>
                <a:latin typeface="Microsoft JhengHei" panose="020B0604030504040204" pitchFamily="34" charset="-120"/>
                <a:ea typeface="Microsoft JhengHei" panose="020B0604030504040204" pitchFamily="34" charset="-120"/>
              </a:rPr>
              <a:t>Power Automate </a:t>
            </a:r>
            <a:r>
              <a:rPr lang="zh-TW" altLang="en-US" sz="1400" dirty="0">
                <a:solidFill>
                  <a:srgbClr val="000000"/>
                </a:solidFill>
                <a:latin typeface="Microsoft JhengHei" panose="020B0604030504040204" pitchFamily="34" charset="-120"/>
                <a:ea typeface="Microsoft JhengHei" panose="020B0604030504040204" pitchFamily="34" charset="-120"/>
              </a:rPr>
              <a:t>串接 </a:t>
            </a:r>
            <a:r>
              <a:rPr lang="en-US" altLang="zh-TW" sz="1400" dirty="0">
                <a:solidFill>
                  <a:srgbClr val="000000"/>
                </a:solidFill>
                <a:latin typeface="Microsoft JhengHei" panose="020B0604030504040204" pitchFamily="34" charset="-120"/>
                <a:ea typeface="Microsoft JhengHei" panose="020B0604030504040204" pitchFamily="34" charset="-120"/>
              </a:rPr>
              <a:t>Planner</a:t>
            </a:r>
            <a:r>
              <a:rPr lang="zh-TW" altLang="en-US" sz="1400" dirty="0">
                <a:solidFill>
                  <a:srgbClr val="000000"/>
                </a:solidFill>
                <a:latin typeface="Microsoft JhengHei" panose="020B0604030504040204" pitchFamily="34" charset="-120"/>
                <a:ea typeface="Microsoft JhengHei" panose="020B0604030504040204" pitchFamily="34" charset="-120"/>
              </a:rPr>
              <a:t>／</a:t>
            </a:r>
            <a:r>
              <a:rPr lang="en-US" altLang="zh-TW" sz="1400" dirty="0">
                <a:solidFill>
                  <a:srgbClr val="000000"/>
                </a:solidFill>
                <a:latin typeface="Microsoft JhengHei" panose="020B0604030504040204" pitchFamily="34" charset="-120"/>
                <a:ea typeface="Microsoft JhengHei" panose="020B0604030504040204" pitchFamily="34" charset="-120"/>
              </a:rPr>
              <a:t>Teams</a:t>
            </a:r>
            <a:r>
              <a:rPr lang="zh-TW" altLang="en-US" sz="1400" dirty="0">
                <a:solidFill>
                  <a:srgbClr val="000000"/>
                </a:solidFill>
                <a:latin typeface="Microsoft JhengHei" panose="020B0604030504040204" pitchFamily="34" charset="-120"/>
                <a:ea typeface="Microsoft JhengHei" panose="020B0604030504040204" pitchFamily="34" charset="-120"/>
              </a:rPr>
              <a:t>／</a:t>
            </a:r>
            <a:r>
              <a:rPr lang="en-US" altLang="zh-TW" sz="1400" dirty="0">
                <a:solidFill>
                  <a:srgbClr val="000000"/>
                </a:solidFill>
                <a:latin typeface="Microsoft JhengHei" panose="020B0604030504040204" pitchFamily="34" charset="-120"/>
                <a:ea typeface="Microsoft JhengHei" panose="020B0604030504040204" pitchFamily="34" charset="-120"/>
              </a:rPr>
              <a:t>SharePoint</a:t>
            </a:r>
            <a:r>
              <a:rPr lang="zh-TW" altLang="en-US" sz="1400" dirty="0">
                <a:solidFill>
                  <a:srgbClr val="000000"/>
                </a:solidFill>
                <a:latin typeface="Microsoft JhengHei" panose="020B0604030504040204" pitchFamily="34" charset="-120"/>
                <a:ea typeface="Microsoft JhengHei" panose="020B0604030504040204" pitchFamily="34" charset="-120"/>
              </a:rPr>
              <a:t>。</a:t>
            </a:r>
          </a:p>
          <a:p>
            <a:pPr>
              <a:lnSpc>
                <a:spcPct val="128000"/>
              </a:lnSpc>
            </a:pPr>
            <a:endParaRPr lang="zh-TW" altLang="en-US" sz="600" dirty="0">
              <a:solidFill>
                <a:srgbClr val="000000"/>
              </a:solidFill>
              <a:latin typeface="Microsoft JhengHei" panose="020B0604030504040204" pitchFamily="34" charset="-120"/>
              <a:ea typeface="Microsoft JhengHei" panose="020B0604030504040204" pitchFamily="34" charset="-120"/>
            </a:endParaRPr>
          </a:p>
          <a:p>
            <a:pPr>
              <a:lnSpc>
                <a:spcPct val="128000"/>
              </a:lnSpc>
              <a:spcBef>
                <a:spcPts val="1600"/>
              </a:spcBef>
            </a:pPr>
            <a:r>
              <a:rPr lang="zh-TW" altLang="en-US" sz="1400" b="1" dirty="0">
                <a:solidFill>
                  <a:srgbClr val="000000"/>
                </a:solidFill>
                <a:latin typeface="Microsoft JhengHei" panose="020B0604030504040204" pitchFamily="34" charset="-120"/>
                <a:ea typeface="Microsoft JhengHei" panose="020B0604030504040204" pitchFamily="34" charset="-120"/>
              </a:rPr>
              <a:t>主 </a:t>
            </a:r>
            <a:r>
              <a:rPr lang="en-US" altLang="zh-TW" sz="1400" b="1" dirty="0">
                <a:solidFill>
                  <a:srgbClr val="000000"/>
                </a:solidFill>
                <a:latin typeface="Microsoft JhengHei" panose="020B0604030504040204" pitchFamily="34" charset="-120"/>
                <a:ea typeface="Microsoft JhengHei" panose="020B0604030504040204" pitchFamily="34" charset="-120"/>
              </a:rPr>
              <a:t>Agent</a:t>
            </a:r>
            <a:r>
              <a:rPr lang="zh-TW" altLang="en-US" sz="1400" dirty="0">
                <a:solidFill>
                  <a:srgbClr val="000000"/>
                </a:solidFill>
                <a:latin typeface="Microsoft JhengHei" panose="020B0604030504040204" pitchFamily="34" charset="-120"/>
                <a:ea typeface="Microsoft JhengHei" panose="020B0604030504040204" pitchFamily="34" charset="-120"/>
              </a:rPr>
              <a:t>｜判斷 </a:t>
            </a:r>
            <a:r>
              <a:rPr lang="en-US" altLang="zh-TW" sz="1400" dirty="0">
                <a:solidFill>
                  <a:srgbClr val="000000"/>
                </a:solidFill>
                <a:latin typeface="Microsoft JhengHei" panose="020B0604030504040204" pitchFamily="34" charset="-120"/>
                <a:ea typeface="Microsoft JhengHei" panose="020B0604030504040204" pitchFamily="34" charset="-120"/>
              </a:rPr>
              <a:t>PM </a:t>
            </a:r>
            <a:r>
              <a:rPr lang="zh-TW" altLang="en-US" sz="1400" dirty="0">
                <a:solidFill>
                  <a:srgbClr val="000000"/>
                </a:solidFill>
                <a:latin typeface="Microsoft JhengHei" panose="020B0604030504040204" pitchFamily="34" charset="-120"/>
                <a:ea typeface="Microsoft JhengHei" panose="020B0604030504040204" pitchFamily="34" charset="-120"/>
              </a:rPr>
              <a:t>需求、意圖分流（</a:t>
            </a:r>
            <a:r>
              <a:rPr lang="en-US" altLang="zh-TW" sz="1400" dirty="0">
                <a:solidFill>
                  <a:srgbClr val="000000"/>
                </a:solidFill>
                <a:latin typeface="Microsoft JhengHei" panose="020B0604030504040204" pitchFamily="34" charset="-120"/>
                <a:ea typeface="Microsoft JhengHei" panose="020B0604030504040204" pitchFamily="34" charset="-120"/>
              </a:rPr>
              <a:t>connected agents</a:t>
            </a:r>
            <a:r>
              <a:rPr lang="zh-TW" altLang="en-US" sz="1400" dirty="0">
                <a:solidFill>
                  <a:srgbClr val="000000"/>
                </a:solidFill>
                <a:latin typeface="Microsoft JhengHei" panose="020B0604030504040204" pitchFamily="34" charset="-120"/>
                <a:ea typeface="Microsoft JhengHei" panose="020B0604030504040204" pitchFamily="34" charset="-120"/>
              </a:rPr>
              <a:t>）</a:t>
            </a:r>
          </a:p>
          <a:p>
            <a:pPr>
              <a:lnSpc>
                <a:spcPct val="128000"/>
              </a:lnSpc>
              <a:spcBef>
                <a:spcPts val="1600"/>
              </a:spcBef>
            </a:pPr>
            <a:r>
              <a:rPr lang="zh-TW" altLang="en-US" sz="1400" b="1" dirty="0">
                <a:solidFill>
                  <a:srgbClr val="000000"/>
                </a:solidFill>
                <a:latin typeface="Microsoft JhengHei" panose="020B0604030504040204" pitchFamily="34" charset="-120"/>
                <a:ea typeface="Microsoft JhengHei" panose="020B0604030504040204" pitchFamily="34" charset="-120"/>
              </a:rPr>
              <a:t>會議記錄</a:t>
            </a:r>
            <a:r>
              <a:rPr lang="zh-TW" altLang="en-US" sz="1400" dirty="0">
                <a:solidFill>
                  <a:srgbClr val="000000"/>
                </a:solidFill>
                <a:latin typeface="Microsoft JhengHei" panose="020B0604030504040204" pitchFamily="34" charset="-120"/>
                <a:ea typeface="Microsoft JhengHei" panose="020B0604030504040204" pitchFamily="34" charset="-120"/>
              </a:rPr>
              <a:t>｜逐字稿 → 結論＋待辦 → </a:t>
            </a:r>
            <a:r>
              <a:rPr lang="en-US" altLang="zh-TW" sz="1400" dirty="0">
                <a:solidFill>
                  <a:srgbClr val="000000"/>
                </a:solidFill>
                <a:latin typeface="Microsoft JhengHei" panose="020B0604030504040204" pitchFamily="34" charset="-120"/>
                <a:ea typeface="Microsoft JhengHei" panose="020B0604030504040204" pitchFamily="34" charset="-120"/>
              </a:rPr>
              <a:t>PM </a:t>
            </a:r>
            <a:r>
              <a:rPr lang="zh-TW" altLang="en-US" sz="1400" dirty="0">
                <a:solidFill>
                  <a:srgbClr val="000000"/>
                </a:solidFill>
                <a:latin typeface="Microsoft JhengHei" panose="020B0604030504040204" pitchFamily="34" charset="-120"/>
                <a:ea typeface="Microsoft JhengHei" panose="020B0604030504040204" pitchFamily="34" charset="-120"/>
              </a:rPr>
              <a:t>確認 → </a:t>
            </a:r>
            <a:r>
              <a:rPr lang="en-US" altLang="zh-TW" sz="1400" b="1" dirty="0">
                <a:solidFill>
                  <a:schemeClr val="accent2"/>
                </a:solidFill>
                <a:latin typeface="Microsoft JhengHei" panose="020B0604030504040204" pitchFamily="34" charset="-120"/>
                <a:ea typeface="Microsoft JhengHei" panose="020B0604030504040204" pitchFamily="34" charset="-120"/>
              </a:rPr>
              <a:t>Planner </a:t>
            </a:r>
            <a:r>
              <a:rPr lang="zh-TW" altLang="en-US" sz="1400" b="1" dirty="0">
                <a:solidFill>
                  <a:schemeClr val="accent2"/>
                </a:solidFill>
                <a:latin typeface="Microsoft JhengHei" panose="020B0604030504040204" pitchFamily="34" charset="-120"/>
                <a:ea typeface="Microsoft JhengHei" panose="020B0604030504040204" pitchFamily="34" charset="-120"/>
              </a:rPr>
              <a:t>開單</a:t>
            </a:r>
            <a:r>
              <a:rPr lang="en-US" altLang="zh-TW" sz="1400" b="1" dirty="0">
                <a:solidFill>
                  <a:schemeClr val="accent2"/>
                </a:solidFill>
                <a:latin typeface="Microsoft JhengHei" panose="020B0604030504040204" pitchFamily="34" charset="-120"/>
                <a:ea typeface="Microsoft JhengHei" panose="020B0604030504040204" pitchFamily="34" charset="-120"/>
                <a:sym typeface="Wingdings" panose="05000000000000000000" pitchFamily="2" charset="2"/>
              </a:rPr>
              <a:t></a:t>
            </a:r>
            <a:r>
              <a:rPr lang="zh-TW" altLang="en-US" sz="1400" b="1" dirty="0">
                <a:solidFill>
                  <a:schemeClr val="accent2"/>
                </a:solidFill>
                <a:latin typeface="Microsoft JhengHei" panose="020B0604030504040204" pitchFamily="34" charset="-120"/>
                <a:ea typeface="Microsoft JhengHei" panose="020B0604030504040204" pitchFamily="34" charset="-120"/>
                <a:sym typeface="Wingdings" panose="05000000000000000000" pitchFamily="2" charset="2"/>
              </a:rPr>
              <a:t>指派</a:t>
            </a:r>
            <a:endParaRPr lang="zh-TW" altLang="en-US" sz="1400" b="1" dirty="0">
              <a:solidFill>
                <a:schemeClr val="accent2"/>
              </a:solidFill>
              <a:latin typeface="Microsoft JhengHei" panose="020B0604030504040204" pitchFamily="34" charset="-120"/>
              <a:ea typeface="Microsoft JhengHei" panose="020B0604030504040204" pitchFamily="34" charset="-120"/>
            </a:endParaRPr>
          </a:p>
          <a:p>
            <a:pPr>
              <a:lnSpc>
                <a:spcPct val="128000"/>
              </a:lnSpc>
              <a:spcBef>
                <a:spcPts val="1600"/>
              </a:spcBef>
            </a:pPr>
            <a:r>
              <a:rPr lang="zh-TW" altLang="en-US" sz="1400" b="1" dirty="0">
                <a:solidFill>
                  <a:srgbClr val="000000"/>
                </a:solidFill>
                <a:latin typeface="Microsoft JhengHei" panose="020B0604030504040204" pitchFamily="34" charset="-120"/>
                <a:ea typeface="Microsoft JhengHei" panose="020B0604030504040204" pitchFamily="34" charset="-120"/>
              </a:rPr>
              <a:t>時程</a:t>
            </a:r>
            <a:r>
              <a:rPr lang="zh-TW" altLang="en-US" sz="1400" dirty="0">
                <a:solidFill>
                  <a:srgbClr val="000000"/>
                </a:solidFill>
                <a:latin typeface="Microsoft JhengHei" panose="020B0604030504040204" pitchFamily="34" charset="-120"/>
                <a:ea typeface="Microsoft JhengHei" panose="020B0604030504040204" pitchFamily="34" charset="-120"/>
              </a:rPr>
              <a:t>｜掃逾期／到期 → </a:t>
            </a:r>
            <a:r>
              <a:rPr lang="zh-TW" altLang="en-US" sz="1400" b="1" dirty="0">
                <a:solidFill>
                  <a:schemeClr val="accent2"/>
                </a:solidFill>
                <a:latin typeface="Microsoft JhengHei" panose="020B0604030504040204" pitchFamily="34" charset="-120"/>
                <a:ea typeface="Microsoft JhengHei" panose="020B0604030504040204" pitchFamily="34" charset="-120"/>
              </a:rPr>
              <a:t>催辦草稿</a:t>
            </a:r>
            <a:r>
              <a:rPr lang="zh-TW" altLang="en-US" sz="1400" dirty="0">
                <a:solidFill>
                  <a:srgbClr val="000000"/>
                </a:solidFill>
                <a:latin typeface="Microsoft JhengHei" panose="020B0604030504040204" pitchFamily="34" charset="-120"/>
                <a:ea typeface="Microsoft JhengHei" panose="020B0604030504040204" pitchFamily="34" charset="-120"/>
              </a:rPr>
              <a:t>（</a:t>
            </a:r>
            <a:r>
              <a:rPr lang="en-US" altLang="zh-TW" sz="1400" dirty="0">
                <a:solidFill>
                  <a:srgbClr val="000000"/>
                </a:solidFill>
                <a:latin typeface="Microsoft JhengHei" panose="020B0604030504040204" pitchFamily="34" charset="-120"/>
                <a:ea typeface="Microsoft JhengHei" panose="020B0604030504040204" pitchFamily="34" charset="-120"/>
              </a:rPr>
              <a:t>PM </a:t>
            </a:r>
            <a:r>
              <a:rPr lang="zh-TW" altLang="en-US" sz="1400" dirty="0">
                <a:solidFill>
                  <a:srgbClr val="000000"/>
                </a:solidFill>
                <a:latin typeface="Microsoft JhengHei" panose="020B0604030504040204" pitchFamily="34" charset="-120"/>
                <a:ea typeface="Microsoft JhengHei" panose="020B0604030504040204" pitchFamily="34" charset="-120"/>
              </a:rPr>
              <a:t>確認後發）→ </a:t>
            </a:r>
            <a:r>
              <a:rPr lang="en-US" altLang="zh-TW" sz="1400" b="1" dirty="0">
                <a:solidFill>
                  <a:schemeClr val="accent2"/>
                </a:solidFill>
                <a:latin typeface="Microsoft JhengHei" panose="020B0604030504040204" pitchFamily="34" charset="-120"/>
                <a:ea typeface="Microsoft JhengHei" panose="020B0604030504040204" pitchFamily="34" charset="-120"/>
              </a:rPr>
              <a:t>Power BI </a:t>
            </a:r>
            <a:r>
              <a:rPr lang="zh-TW" altLang="en-US" sz="1400" b="1" dirty="0">
                <a:solidFill>
                  <a:schemeClr val="accent2"/>
                </a:solidFill>
                <a:latin typeface="Microsoft JhengHei" panose="020B0604030504040204" pitchFamily="34" charset="-120"/>
                <a:ea typeface="Microsoft JhengHei" panose="020B0604030504040204" pitchFamily="34" charset="-120"/>
              </a:rPr>
              <a:t>甘特圖</a:t>
            </a:r>
          </a:p>
          <a:p>
            <a:pPr>
              <a:lnSpc>
                <a:spcPct val="128000"/>
              </a:lnSpc>
              <a:spcBef>
                <a:spcPts val="1600"/>
              </a:spcBef>
            </a:pPr>
            <a:r>
              <a:rPr lang="zh-TW" altLang="en-US" sz="1400" b="1" dirty="0">
                <a:solidFill>
                  <a:srgbClr val="000000"/>
                </a:solidFill>
                <a:latin typeface="Microsoft JhengHei" panose="020B0604030504040204" pitchFamily="34" charset="-120"/>
                <a:ea typeface="Microsoft JhengHei" panose="020B0604030504040204" pitchFamily="34" charset="-120"/>
              </a:rPr>
              <a:t>數據</a:t>
            </a:r>
            <a:r>
              <a:rPr lang="zh-TW" altLang="en-US" sz="1400" dirty="0">
                <a:solidFill>
                  <a:srgbClr val="000000"/>
                </a:solidFill>
                <a:latin typeface="Microsoft JhengHei" panose="020B0604030504040204" pitchFamily="34" charset="-120"/>
                <a:ea typeface="Microsoft JhengHei" panose="020B0604030504040204" pitchFamily="34" charset="-120"/>
              </a:rPr>
              <a:t>｜白名單查 </a:t>
            </a:r>
            <a:r>
              <a:rPr lang="en-US" altLang="zh-TW" sz="1400" dirty="0">
                <a:solidFill>
                  <a:srgbClr val="000000"/>
                </a:solidFill>
                <a:latin typeface="Microsoft JhengHei" panose="020B0604030504040204" pitchFamily="34" charset="-120"/>
                <a:ea typeface="Microsoft JhengHei" panose="020B0604030504040204" pitchFamily="34" charset="-120"/>
              </a:rPr>
              <a:t>CUBE</a:t>
            </a:r>
            <a:r>
              <a:rPr lang="zh-TW" altLang="en-US" sz="1400" dirty="0">
                <a:solidFill>
                  <a:srgbClr val="000000"/>
                </a:solidFill>
                <a:latin typeface="Microsoft JhengHei" panose="020B0604030504040204" pitchFamily="34" charset="-120"/>
                <a:ea typeface="Microsoft JhengHei" panose="020B0604030504040204" pitchFamily="34" charset="-120"/>
              </a:rPr>
              <a:t>／神策（只填參數、不生 </a:t>
            </a:r>
            <a:r>
              <a:rPr lang="en-US" altLang="zh-TW" sz="1400" dirty="0">
                <a:solidFill>
                  <a:srgbClr val="000000"/>
                </a:solidFill>
                <a:latin typeface="Microsoft JhengHei" panose="020B0604030504040204" pitchFamily="34" charset="-120"/>
                <a:ea typeface="Microsoft JhengHei" panose="020B0604030504040204" pitchFamily="34" charset="-120"/>
              </a:rPr>
              <a:t>SQL</a:t>
            </a:r>
            <a:r>
              <a:rPr lang="zh-TW" altLang="en-US" sz="1400" dirty="0">
                <a:solidFill>
                  <a:srgbClr val="000000"/>
                </a:solidFill>
                <a:latin typeface="Microsoft JhengHei" panose="020B0604030504040204" pitchFamily="34" charset="-120"/>
                <a:ea typeface="Microsoft JhengHei" panose="020B0604030504040204" pitchFamily="34" charset="-120"/>
              </a:rPr>
              <a:t>）→ </a:t>
            </a:r>
            <a:r>
              <a:rPr lang="zh-TW" altLang="en-US" sz="1400" b="1" dirty="0">
                <a:solidFill>
                  <a:schemeClr val="accent2"/>
                </a:solidFill>
                <a:latin typeface="Microsoft JhengHei" panose="020B0604030504040204" pitchFamily="34" charset="-120"/>
                <a:ea typeface="Microsoft JhengHei" panose="020B0604030504040204" pitchFamily="34" charset="-120"/>
              </a:rPr>
              <a:t>儀錶板摘要</a:t>
            </a:r>
          </a:p>
          <a:p>
            <a:pPr>
              <a:lnSpc>
                <a:spcPct val="128000"/>
              </a:lnSpc>
              <a:spcBef>
                <a:spcPts val="1600"/>
              </a:spcBef>
            </a:pPr>
            <a:r>
              <a:rPr lang="en-US" altLang="zh-TW" sz="1400" b="1" dirty="0">
                <a:solidFill>
                  <a:srgbClr val="000000"/>
                </a:solidFill>
                <a:latin typeface="Microsoft JhengHei" panose="020B0604030504040204" pitchFamily="34" charset="-120"/>
                <a:ea typeface="Microsoft JhengHei" panose="020B0604030504040204" pitchFamily="34" charset="-120"/>
              </a:rPr>
              <a:t>KPI</a:t>
            </a:r>
            <a:r>
              <a:rPr lang="zh-TW" altLang="en-US" sz="1400" dirty="0">
                <a:solidFill>
                  <a:srgbClr val="000000"/>
                </a:solidFill>
                <a:latin typeface="Microsoft JhengHei" panose="020B0604030504040204" pitchFamily="34" charset="-120"/>
                <a:ea typeface="Microsoft JhengHei" panose="020B0604030504040204" pitchFamily="34" charset="-120"/>
              </a:rPr>
              <a:t>｜</a:t>
            </a:r>
            <a:r>
              <a:rPr lang="zh-TW" altLang="en-US" sz="1400" b="1" dirty="0">
                <a:solidFill>
                  <a:schemeClr val="accent2"/>
                </a:solidFill>
                <a:latin typeface="Microsoft JhengHei" panose="020B0604030504040204" pitchFamily="34" charset="-120"/>
                <a:ea typeface="Microsoft JhengHei" panose="020B0604030504040204" pitchFamily="34" charset="-120"/>
              </a:rPr>
              <a:t>算節點達成率與缺口</a:t>
            </a:r>
            <a:r>
              <a:rPr lang="zh-TW" altLang="en-US" sz="1400" dirty="0">
                <a:solidFill>
                  <a:srgbClr val="000000"/>
                </a:solidFill>
                <a:latin typeface="Microsoft JhengHei" panose="020B0604030504040204" pitchFamily="34" charset="-120"/>
                <a:ea typeface="Microsoft JhengHei" panose="020B0604030504040204" pitchFamily="34" charset="-120"/>
              </a:rPr>
              <a:t>（純程式計算、建議標「參考」）</a:t>
            </a:r>
          </a:p>
        </p:txBody>
      </p:sp>
      <p:sp>
        <p:nvSpPr>
          <p:cNvPr id="7" name="文字方塊 6">
            <a:extLst>
              <a:ext uri="{FF2B5EF4-FFF2-40B4-BE49-F238E27FC236}">
                <a16:creationId xmlns:a16="http://schemas.microsoft.com/office/drawing/2014/main" id="{7C1EAB8D-5060-CFF2-DC40-CC447D8CA772}"/>
              </a:ext>
            </a:extLst>
          </p:cNvPr>
          <p:cNvSpPr txBox="1"/>
          <p:nvPr/>
        </p:nvSpPr>
        <p:spPr>
          <a:xfrm>
            <a:off x="6870700" y="1524000"/>
            <a:ext cx="4953000" cy="3810000"/>
          </a:xfrm>
          <a:prstGeom prst="rect">
            <a:avLst/>
          </a:prstGeom>
          <a:noFill/>
        </p:spPr>
        <p:txBody>
          <a:bodyPr vert="horz" wrap="square" lIns="50800" tIns="25400" rIns="50800" bIns="25400" rtlCol="0" anchor="t">
            <a:noAutofit/>
          </a:bodyPr>
          <a:lstStyle/>
          <a:p>
            <a:pPr>
              <a:lnSpc>
                <a:spcPct val="128000"/>
              </a:lnSpc>
              <a:spcBef>
                <a:spcPts val="400"/>
              </a:spcBef>
            </a:pPr>
            <a:r>
              <a:rPr lang="zh-TW" altLang="en-US" sz="1400" b="1" dirty="0">
                <a:solidFill>
                  <a:srgbClr val="000000"/>
                </a:solidFill>
                <a:latin typeface="Microsoft YaHei" panose="020B0503020204020204" pitchFamily="34" charset="-122"/>
                <a:ea typeface="Microsoft YaHei" panose="020B0503020204020204" pitchFamily="34" charset="-122"/>
              </a:rPr>
              <a:t>▌ </a:t>
            </a:r>
            <a:r>
              <a:rPr lang="en-US" altLang="zh-TW" sz="1400" b="1" dirty="0">
                <a:solidFill>
                  <a:srgbClr val="000000"/>
                </a:solidFill>
                <a:latin typeface="Microsoft YaHei" panose="020B0503020204020204" pitchFamily="34" charset="-122"/>
                <a:ea typeface="Microsoft YaHei" panose="020B0503020204020204" pitchFamily="34" charset="-122"/>
              </a:rPr>
              <a:t>2.</a:t>
            </a:r>
            <a:r>
              <a:rPr lang="zh-TW" altLang="en-US" sz="1400" b="1" dirty="0">
                <a:solidFill>
                  <a:srgbClr val="000000"/>
                </a:solidFill>
                <a:latin typeface="Microsoft YaHei" panose="020B0503020204020204" pitchFamily="34" charset="-122"/>
                <a:ea typeface="Microsoft YaHei" panose="020B0503020204020204" pitchFamily="34" charset="-122"/>
              </a:rPr>
              <a:t> 協作閉環</a:t>
            </a:r>
          </a:p>
          <a:p>
            <a:pPr>
              <a:lnSpc>
                <a:spcPct val="128000"/>
              </a:lnSpc>
              <a:spcBef>
                <a:spcPts val="400"/>
              </a:spcBef>
            </a:pPr>
            <a:r>
              <a:rPr lang="zh-TW" altLang="en-US" sz="1400" dirty="0">
                <a:solidFill>
                  <a:srgbClr val="000000"/>
                </a:solidFill>
                <a:latin typeface="Microsoft JhengHei" panose="020B0604030504040204" pitchFamily="34" charset="-120"/>
                <a:ea typeface="Microsoft JhengHei" panose="020B0604030504040204" pitchFamily="34" charset="-120"/>
              </a:rPr>
              <a:t>共用資料層＝</a:t>
            </a:r>
            <a:r>
              <a:rPr lang="en-US" altLang="zh-TW" sz="1400" dirty="0">
                <a:solidFill>
                  <a:srgbClr val="000000"/>
                </a:solidFill>
                <a:latin typeface="Microsoft JhengHei" panose="020B0604030504040204" pitchFamily="34" charset="-120"/>
                <a:ea typeface="Microsoft JhengHei" panose="020B0604030504040204" pitchFamily="34" charset="-120"/>
              </a:rPr>
              <a:t>Planner</a:t>
            </a:r>
            <a:r>
              <a:rPr lang="zh-TW" altLang="en-US" sz="1400" dirty="0">
                <a:solidFill>
                  <a:srgbClr val="000000"/>
                </a:solidFill>
                <a:latin typeface="Microsoft JhengHei" panose="020B0604030504040204" pitchFamily="34" charset="-120"/>
                <a:ea typeface="Microsoft JhengHei" panose="020B0604030504040204" pitchFamily="34" charset="-120"/>
              </a:rPr>
              <a:t>＋</a:t>
            </a:r>
            <a:r>
              <a:rPr lang="en-US" altLang="zh-TW" sz="1400" dirty="0">
                <a:solidFill>
                  <a:srgbClr val="000000"/>
                </a:solidFill>
                <a:latin typeface="Microsoft JhengHei" panose="020B0604030504040204" pitchFamily="34" charset="-120"/>
                <a:ea typeface="Microsoft JhengHei" panose="020B0604030504040204" pitchFamily="34" charset="-120"/>
              </a:rPr>
              <a:t>SharePoint</a:t>
            </a:r>
            <a:r>
              <a:rPr lang="zh-TW" altLang="en-US" sz="1400" dirty="0">
                <a:solidFill>
                  <a:srgbClr val="000000"/>
                </a:solidFill>
                <a:latin typeface="Microsoft JhengHei" panose="020B0604030504040204" pitchFamily="34" charset="-120"/>
                <a:ea typeface="Microsoft JhengHei" panose="020B0604030504040204" pitchFamily="34" charset="-120"/>
              </a:rPr>
              <a:t>。</a:t>
            </a:r>
            <a:endParaRPr lang="en-US" altLang="zh-TW" sz="1400" dirty="0">
              <a:solidFill>
                <a:srgbClr val="000000"/>
              </a:solidFill>
              <a:latin typeface="Microsoft JhengHei" panose="020B0604030504040204" pitchFamily="34" charset="-120"/>
              <a:ea typeface="Microsoft JhengHei" panose="020B0604030504040204" pitchFamily="34" charset="-120"/>
            </a:endParaRPr>
          </a:p>
          <a:p>
            <a:pPr>
              <a:lnSpc>
                <a:spcPct val="128000"/>
              </a:lnSpc>
              <a:spcBef>
                <a:spcPts val="400"/>
              </a:spcBef>
            </a:pPr>
            <a:r>
              <a:rPr lang="zh-TW" altLang="en-US" sz="1400" dirty="0">
                <a:solidFill>
                  <a:srgbClr val="000000"/>
                </a:solidFill>
                <a:latin typeface="Microsoft JhengHei" panose="020B0604030504040204" pitchFamily="34" charset="-120"/>
                <a:ea typeface="Microsoft JhengHei" panose="020B0604030504040204" pitchFamily="34" charset="-120"/>
              </a:rPr>
              <a:t>會議記錄開單 → 時程接手追蹤 → </a:t>
            </a:r>
            <a:r>
              <a:rPr lang="en-US" altLang="zh-TW" sz="1400" dirty="0">
                <a:solidFill>
                  <a:srgbClr val="000000"/>
                </a:solidFill>
                <a:latin typeface="Microsoft JhengHei" panose="020B0604030504040204" pitchFamily="34" charset="-120"/>
                <a:ea typeface="Microsoft JhengHei" panose="020B0604030504040204" pitchFamily="34" charset="-120"/>
              </a:rPr>
              <a:t>KPI </a:t>
            </a:r>
            <a:r>
              <a:rPr lang="zh-TW" altLang="en-US" sz="1400" dirty="0">
                <a:solidFill>
                  <a:srgbClr val="000000"/>
                </a:solidFill>
                <a:latin typeface="Microsoft JhengHei" panose="020B0604030504040204" pitchFamily="34" charset="-120"/>
                <a:ea typeface="Microsoft JhengHei" panose="020B0604030504040204" pitchFamily="34" charset="-120"/>
              </a:rPr>
              <a:t>算達成率</a:t>
            </a:r>
          </a:p>
          <a:p>
            <a:pPr>
              <a:lnSpc>
                <a:spcPct val="128000"/>
              </a:lnSpc>
            </a:pPr>
            <a:endParaRPr lang="zh-TW" altLang="en-US" sz="600" dirty="0">
              <a:solidFill>
                <a:srgbClr val="000000"/>
              </a:solidFill>
              <a:latin typeface="Microsoft JhengHei" panose="020B0604030504040204" pitchFamily="34" charset="-120"/>
              <a:ea typeface="Microsoft JhengHei" panose="020B0604030504040204" pitchFamily="34" charset="-120"/>
            </a:endParaRPr>
          </a:p>
          <a:p>
            <a:pPr>
              <a:lnSpc>
                <a:spcPct val="128000"/>
              </a:lnSpc>
              <a:spcBef>
                <a:spcPts val="400"/>
              </a:spcBef>
            </a:pPr>
            <a:r>
              <a:rPr lang="zh-TW" altLang="en-US" sz="1400" b="1" dirty="0">
                <a:solidFill>
                  <a:srgbClr val="000000"/>
                </a:solidFill>
                <a:latin typeface="Microsoft YaHei" panose="020B0503020204020204" pitchFamily="34" charset="-122"/>
                <a:ea typeface="Microsoft YaHei" panose="020B0503020204020204" pitchFamily="34" charset="-122"/>
              </a:rPr>
              <a:t>▌ </a:t>
            </a:r>
            <a:r>
              <a:rPr lang="en-US" altLang="zh-TW" sz="1400" b="1" dirty="0">
                <a:solidFill>
                  <a:srgbClr val="000000"/>
                </a:solidFill>
                <a:latin typeface="Microsoft YaHei" panose="020B0503020204020204" pitchFamily="34" charset="-122"/>
                <a:ea typeface="Microsoft YaHei" panose="020B0503020204020204" pitchFamily="34" charset="-122"/>
              </a:rPr>
              <a:t>3.</a:t>
            </a:r>
            <a:r>
              <a:rPr lang="zh-TW" altLang="en-US" sz="1400" b="1" dirty="0">
                <a:solidFill>
                  <a:srgbClr val="000000"/>
                </a:solidFill>
                <a:latin typeface="Microsoft YaHei" panose="020B0503020204020204" pitchFamily="34" charset="-122"/>
                <a:ea typeface="Microsoft YaHei" panose="020B0503020204020204" pitchFamily="34" charset="-122"/>
              </a:rPr>
              <a:t> 安全設計</a:t>
            </a:r>
          </a:p>
          <a:p>
            <a:pPr>
              <a:lnSpc>
                <a:spcPct val="128000"/>
              </a:lnSpc>
              <a:spcBef>
                <a:spcPts val="400"/>
              </a:spcBef>
            </a:pPr>
            <a:r>
              <a:rPr lang="zh-TW" altLang="en-US" sz="1400" dirty="0">
                <a:solidFill>
                  <a:srgbClr val="000000"/>
                </a:solidFill>
                <a:latin typeface="Microsoft JhengHei" panose="020B0604030504040204" pitchFamily="34" charset="-120"/>
                <a:ea typeface="Microsoft JhengHei" panose="020B0604030504040204" pitchFamily="34" charset="-120"/>
              </a:rPr>
              <a:t>寫入／外送一律 </a:t>
            </a:r>
            <a:r>
              <a:rPr lang="en-US" altLang="zh-TW" sz="1400" dirty="0">
                <a:solidFill>
                  <a:srgbClr val="000000"/>
                </a:solidFill>
                <a:latin typeface="Microsoft JhengHei" panose="020B0604030504040204" pitchFamily="34" charset="-120"/>
                <a:ea typeface="Microsoft JhengHei" panose="020B0604030504040204" pitchFamily="34" charset="-120"/>
              </a:rPr>
              <a:t>PM </a:t>
            </a:r>
            <a:r>
              <a:rPr lang="zh-TW" altLang="en-US" sz="1400" dirty="0">
                <a:solidFill>
                  <a:srgbClr val="000000"/>
                </a:solidFill>
                <a:latin typeface="Microsoft JhengHei" panose="020B0604030504040204" pitchFamily="34" charset="-120"/>
                <a:ea typeface="Microsoft JhengHei" panose="020B0604030504040204" pitchFamily="34" charset="-120"/>
              </a:rPr>
              <a:t>確認、全程稽核 </a:t>
            </a:r>
            <a:r>
              <a:rPr lang="en-US" altLang="zh-TW" sz="1400" dirty="0">
                <a:solidFill>
                  <a:srgbClr val="000000"/>
                </a:solidFill>
                <a:latin typeface="Microsoft JhengHei" panose="020B0604030504040204" pitchFamily="34" charset="-120"/>
                <a:ea typeface="Microsoft JhengHei" panose="020B0604030504040204" pitchFamily="34" charset="-120"/>
              </a:rPr>
              <a:t>Log</a:t>
            </a:r>
            <a:r>
              <a:rPr lang="zh-TW" altLang="en-US" sz="1400" dirty="0">
                <a:solidFill>
                  <a:srgbClr val="000000"/>
                </a:solidFill>
                <a:latin typeface="Microsoft JhengHei" panose="020B0604030504040204" pitchFamily="34" charset="-120"/>
                <a:ea typeface="Microsoft JhengHei" panose="020B0604030504040204" pitchFamily="34" charset="-120"/>
              </a:rPr>
              <a:t>；資料存於 </a:t>
            </a:r>
            <a:r>
              <a:rPr lang="en-US" altLang="zh-TW" sz="1400" dirty="0">
                <a:solidFill>
                  <a:srgbClr val="000000"/>
                </a:solidFill>
                <a:latin typeface="Microsoft JhengHei" panose="020B0604030504040204" pitchFamily="34" charset="-120"/>
                <a:ea typeface="Microsoft JhengHei" panose="020B0604030504040204" pitchFamily="34" charset="-120"/>
              </a:rPr>
              <a:t>Microsoft Cloud </a:t>
            </a:r>
            <a:r>
              <a:rPr lang="zh-TW" altLang="en-US" sz="1400" dirty="0">
                <a:solidFill>
                  <a:srgbClr val="000000"/>
                </a:solidFill>
                <a:latin typeface="Microsoft JhengHei" panose="020B0604030504040204" pitchFamily="34" charset="-120"/>
                <a:ea typeface="Microsoft JhengHei" panose="020B0604030504040204" pitchFamily="34" charset="-120"/>
              </a:rPr>
              <a:t>信任邊界、不用於模型訓練</a:t>
            </a:r>
          </a:p>
          <a:p>
            <a:pPr>
              <a:lnSpc>
                <a:spcPct val="128000"/>
              </a:lnSpc>
            </a:pPr>
            <a:endParaRPr lang="zh-TW" altLang="en-US" sz="600" dirty="0">
              <a:solidFill>
                <a:srgbClr val="000000"/>
              </a:solidFill>
              <a:latin typeface="Microsoft JhengHei" panose="020B0604030504040204" pitchFamily="34" charset="-120"/>
              <a:ea typeface="Microsoft JhengHei" panose="020B0604030504040204" pitchFamily="34" charset="-120"/>
            </a:endParaRPr>
          </a:p>
          <a:p>
            <a:pPr>
              <a:lnSpc>
                <a:spcPct val="128000"/>
              </a:lnSpc>
              <a:spcBef>
                <a:spcPts val="400"/>
              </a:spcBef>
            </a:pPr>
            <a:r>
              <a:rPr lang="zh-TW" altLang="en-US" sz="1400" b="1" dirty="0">
                <a:solidFill>
                  <a:srgbClr val="000000"/>
                </a:solidFill>
                <a:latin typeface="Microsoft YaHei" panose="020B0503020204020204" pitchFamily="34" charset="-122"/>
                <a:ea typeface="Microsoft YaHei" panose="020B0503020204020204" pitchFamily="34" charset="-122"/>
              </a:rPr>
              <a:t>▌ </a:t>
            </a:r>
            <a:r>
              <a:rPr lang="en-US" altLang="zh-TW" sz="1400" b="1" dirty="0">
                <a:solidFill>
                  <a:srgbClr val="000000"/>
                </a:solidFill>
                <a:latin typeface="Microsoft YaHei" panose="020B0503020204020204" pitchFamily="34" charset="-122"/>
                <a:ea typeface="Microsoft YaHei" panose="020B0503020204020204" pitchFamily="34" charset="-122"/>
              </a:rPr>
              <a:t>4.</a:t>
            </a:r>
            <a:r>
              <a:rPr lang="zh-TW" altLang="en-US" sz="1400" b="1" dirty="0">
                <a:solidFill>
                  <a:srgbClr val="000000"/>
                </a:solidFill>
                <a:latin typeface="Microsoft YaHei" panose="020B0503020204020204" pitchFamily="34" charset="-122"/>
                <a:ea typeface="Microsoft YaHei" panose="020B0503020204020204" pitchFamily="34" charset="-122"/>
              </a:rPr>
              <a:t> 落地規劃</a:t>
            </a:r>
          </a:p>
          <a:p>
            <a:pPr>
              <a:lnSpc>
                <a:spcPct val="128000"/>
              </a:lnSpc>
              <a:spcBef>
                <a:spcPts val="400"/>
              </a:spcBef>
            </a:pPr>
            <a:r>
              <a:rPr lang="en-US" altLang="zh-TW" sz="1400" dirty="0">
                <a:solidFill>
                  <a:srgbClr val="000000"/>
                </a:solidFill>
                <a:latin typeface="Microsoft JhengHei" panose="020B0604030504040204" pitchFamily="34" charset="-120"/>
                <a:ea typeface="Microsoft JhengHei" panose="020B0604030504040204" pitchFamily="34" charset="-120"/>
              </a:rPr>
              <a:t>Phase 1</a:t>
            </a:r>
            <a:r>
              <a:rPr lang="zh-TW" altLang="en-US" sz="1400" dirty="0">
                <a:solidFill>
                  <a:srgbClr val="000000"/>
                </a:solidFill>
                <a:latin typeface="Microsoft JhengHei" panose="020B0604030504040204" pitchFamily="34" charset="-120"/>
                <a:ea typeface="Microsoft JhengHei" panose="020B0604030504040204" pitchFamily="34" charset="-120"/>
              </a:rPr>
              <a:t>（零基建、</a:t>
            </a:r>
            <a:r>
              <a:rPr lang="en-US" altLang="zh-TW" sz="1400" dirty="0">
                <a:solidFill>
                  <a:srgbClr val="000000"/>
                </a:solidFill>
                <a:latin typeface="Microsoft JhengHei" panose="020B0604030504040204" pitchFamily="34" charset="-120"/>
                <a:ea typeface="Microsoft JhengHei" panose="020B0604030504040204" pitchFamily="34" charset="-120"/>
              </a:rPr>
              <a:t>1–2 </a:t>
            </a:r>
            <a:r>
              <a:rPr lang="zh-TW" altLang="en-US" sz="1400" dirty="0">
                <a:solidFill>
                  <a:srgbClr val="000000"/>
                </a:solidFill>
                <a:latin typeface="Microsoft JhengHei" panose="020B0604030504040204" pitchFamily="34" charset="-120"/>
                <a:ea typeface="Microsoft JhengHei" panose="020B0604030504040204" pitchFamily="34" charset="-120"/>
              </a:rPr>
              <a:t>週可完成）：會議記錄＋時程</a:t>
            </a:r>
          </a:p>
          <a:p>
            <a:pPr>
              <a:lnSpc>
                <a:spcPct val="128000"/>
              </a:lnSpc>
              <a:spcBef>
                <a:spcPts val="400"/>
              </a:spcBef>
            </a:pPr>
            <a:r>
              <a:rPr lang="en-US" altLang="zh-TW" sz="1400" dirty="0">
                <a:solidFill>
                  <a:srgbClr val="000000"/>
                </a:solidFill>
                <a:latin typeface="Microsoft JhengHei" panose="020B0604030504040204" pitchFamily="34" charset="-120"/>
                <a:ea typeface="Microsoft JhengHei" panose="020B0604030504040204" pitchFamily="34" charset="-120"/>
              </a:rPr>
              <a:t>Phase 2</a:t>
            </a:r>
            <a:r>
              <a:rPr lang="zh-TW" altLang="en-US" sz="1400" dirty="0">
                <a:solidFill>
                  <a:srgbClr val="000000"/>
                </a:solidFill>
                <a:latin typeface="Microsoft JhengHei" panose="020B0604030504040204" pitchFamily="34" charset="-120"/>
                <a:ea typeface="Microsoft JhengHei" panose="020B0604030504040204" pitchFamily="34" charset="-120"/>
              </a:rPr>
              <a:t>（</a:t>
            </a:r>
            <a:r>
              <a:rPr lang="en-US" altLang="zh-TW" sz="1400" dirty="0">
                <a:solidFill>
                  <a:srgbClr val="000000"/>
                </a:solidFill>
                <a:latin typeface="Microsoft JhengHei" panose="020B0604030504040204" pitchFamily="34" charset="-120"/>
                <a:ea typeface="Microsoft JhengHei" panose="020B0604030504040204" pitchFamily="34" charset="-120"/>
              </a:rPr>
              <a:t>gateway </a:t>
            </a:r>
            <a:r>
              <a:rPr lang="zh-TW" altLang="en-US" sz="1400" dirty="0">
                <a:solidFill>
                  <a:srgbClr val="000000"/>
                </a:solidFill>
                <a:latin typeface="Microsoft JhengHei" panose="020B0604030504040204" pitchFamily="34" charset="-120"/>
                <a:ea typeface="Microsoft JhengHei" panose="020B0604030504040204" pitchFamily="34" charset="-120"/>
              </a:rPr>
              <a:t>到位）：數據＋</a:t>
            </a:r>
            <a:r>
              <a:rPr lang="en-US" altLang="zh-TW" sz="1400" dirty="0">
                <a:solidFill>
                  <a:srgbClr val="000000"/>
                </a:solidFill>
                <a:latin typeface="Microsoft JhengHei" panose="020B0604030504040204" pitchFamily="34" charset="-120"/>
                <a:ea typeface="Microsoft JhengHei" panose="020B0604030504040204" pitchFamily="34" charset="-120"/>
              </a:rPr>
              <a:t>KPI </a:t>
            </a:r>
            <a:r>
              <a:rPr lang="zh-TW" altLang="en-US" sz="1400" dirty="0">
                <a:solidFill>
                  <a:srgbClr val="000000"/>
                </a:solidFill>
                <a:latin typeface="Microsoft JhengHei" panose="020B0604030504040204" pitchFamily="34" charset="-120"/>
                <a:ea typeface="Microsoft JhengHei" panose="020B0604030504040204" pitchFamily="34" charset="-120"/>
              </a:rPr>
              <a:t>業務層</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8"/>
          <p:cNvSpPr txBox="1">
            <a:spLocks noGrp="1"/>
          </p:cNvSpPr>
          <p:nvPr>
            <p:ph type="title"/>
          </p:nvPr>
        </p:nvSpPr>
        <p:spPr>
          <a:xfrm>
            <a:off x="365895" y="150922"/>
            <a:ext cx="11342694" cy="63522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zh-TW" sz="2800" b="1"/>
              <a:t>流程示意圖</a:t>
            </a:r>
            <a:endParaRPr/>
          </a:p>
        </p:txBody>
      </p:sp>
      <p:pic>
        <p:nvPicPr>
          <p:cNvPr id="5" name="圖片 4">
            <a:extLst>
              <a:ext uri="{FF2B5EF4-FFF2-40B4-BE49-F238E27FC236}">
                <a16:creationId xmlns:a16="http://schemas.microsoft.com/office/drawing/2014/main" id="{CAC8AE35-85B8-0287-3CB0-6CAD64160FB4}"/>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341120" y="960120"/>
            <a:ext cx="9509760" cy="534924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83"/>
        <p:cNvGrpSpPr/>
        <p:nvPr/>
      </p:nvGrpSpPr>
      <p:grpSpPr>
        <a:xfrm>
          <a:off x="0" y="0"/>
          <a:ext cx="0" cy="0"/>
          <a:chOff x="0" y="0"/>
          <a:chExt cx="0" cy="0"/>
        </a:xfrm>
      </p:grpSpPr>
      <p:sp>
        <p:nvSpPr>
          <p:cNvPr id="84" name="Google Shape;84;g3e9888fc26a_0_5"/>
          <p:cNvSpPr txBox="1">
            <a:spLocks noGrp="1"/>
          </p:cNvSpPr>
          <p:nvPr>
            <p:ph type="title"/>
          </p:nvPr>
        </p:nvSpPr>
        <p:spPr>
          <a:xfrm>
            <a:off x="365895" y="150922"/>
            <a:ext cx="11342700" cy="635100"/>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zh-TW" sz="2800" b="1"/>
              <a:t>預期效益</a:t>
            </a:r>
            <a:endParaRPr/>
          </a:p>
        </p:txBody>
      </p:sp>
      <p:sp>
        <p:nvSpPr>
          <p:cNvPr id="85" name="Google Shape;85;g3e9888fc26a_0_5"/>
          <p:cNvSpPr txBox="1"/>
          <p:nvPr/>
        </p:nvSpPr>
        <p:spPr>
          <a:xfrm>
            <a:off x="365895" y="955131"/>
            <a:ext cx="7693200" cy="307800"/>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0000"/>
              </a:buClr>
              <a:buSzPts val="1800"/>
              <a:buFont typeface="Arial"/>
              <a:buNone/>
              <a:tabLst/>
              <a:defRPr/>
            </a:pPr>
            <a:r>
              <a:rPr lang="zh-TW" altLang="en-US" sz="1400" b="0">
                <a:solidFill>
                  <a:srgbClr val="000000"/>
                </a:solidFill>
                <a:latin typeface="Microsoft JhengHei" panose="020B0604030504040204" pitchFamily="34" charset="-120"/>
                <a:ea typeface="Microsoft JhengHei" panose="020B0604030504040204" pitchFamily="34" charset="-120"/>
              </a:rPr>
              <a:t>量化與質化效益（量化為四大 </a:t>
            </a:r>
            <a:r>
              <a:rPr lang="en-US" altLang="zh-TW" sz="1400" b="0">
                <a:solidFill>
                  <a:srgbClr val="000000"/>
                </a:solidFill>
                <a:latin typeface="Microsoft JhengHei" panose="020B0604030504040204" pitchFamily="34" charset="-120"/>
                <a:ea typeface="Microsoft JhengHei" panose="020B0604030504040204" pitchFamily="34" charset="-120"/>
              </a:rPr>
              <a:t>Agent </a:t>
            </a:r>
            <a:r>
              <a:rPr lang="zh-TW" altLang="en-US" sz="1400" b="0">
                <a:solidFill>
                  <a:srgbClr val="000000"/>
                </a:solidFill>
                <a:latin typeface="Microsoft JhengHei" panose="020B0604030504040204" pitchFamily="34" charset="-120"/>
                <a:ea typeface="Microsoft JhengHei" panose="020B0604030504040204" pitchFamily="34" charset="-120"/>
              </a:rPr>
              <a:t>推估：頻率 </a:t>
            </a:r>
            <a:r>
              <a:rPr lang="en-US" altLang="zh-TW" sz="1400" b="0">
                <a:solidFill>
                  <a:srgbClr val="000000"/>
                </a:solidFill>
                <a:latin typeface="Microsoft JhengHei" panose="020B0604030504040204" pitchFamily="34" charset="-120"/>
                <a:ea typeface="Microsoft JhengHei" panose="020B0604030504040204" pitchFamily="34" charset="-120"/>
              </a:rPr>
              <a:t>× </a:t>
            </a:r>
            <a:r>
              <a:rPr lang="zh-TW" altLang="en-US" sz="1400" b="0">
                <a:solidFill>
                  <a:srgbClr val="000000"/>
                </a:solidFill>
                <a:latin typeface="Microsoft JhengHei" panose="020B0604030504040204" pitchFamily="34" charset="-120"/>
                <a:ea typeface="Microsoft JhengHei" panose="020B0604030504040204" pitchFamily="34" charset="-120"/>
              </a:rPr>
              <a:t>單位省時；數值待部門實際數據校準）</a:t>
            </a:r>
            <a:endParaRPr kumimoji="0" sz="1400" b="0" i="0" u="none" strike="noStrike" kern="0" cap="none" spc="0" normalizeH="0" baseline="0" noProof="0">
              <a:ln>
                <a:noFill/>
              </a:ln>
              <a:solidFill>
                <a:srgbClr val="000000"/>
              </a:solidFill>
              <a:effectLst/>
              <a:uLnTx/>
              <a:uFillTx/>
              <a:latin typeface="Microsoft JhengHei" panose="020B0604030504040204" pitchFamily="34" charset="-120"/>
              <a:ea typeface="Microsoft JhengHei" panose="020B0604030504040204" pitchFamily="34" charset="-120"/>
              <a:cs typeface="Arial"/>
              <a:sym typeface="Arial"/>
            </a:endParaRPr>
          </a:p>
        </p:txBody>
      </p:sp>
      <p:sp>
        <p:nvSpPr>
          <p:cNvPr id="86" name="Google Shape;86;g3e9888fc26a_0_5"/>
          <p:cNvSpPr txBox="1"/>
          <p:nvPr/>
        </p:nvSpPr>
        <p:spPr>
          <a:xfrm>
            <a:off x="368300" y="4038600"/>
            <a:ext cx="11455400" cy="2413000"/>
          </a:xfrm>
          <a:prstGeom prst="rect">
            <a:avLst/>
          </a:prstGeom>
          <a:noFill/>
          <a:ln>
            <a:noFill/>
          </a:ln>
        </p:spPr>
        <p:txBody>
          <a:bodyPr spcFirstLastPara="1" wrap="square" lIns="360000" tIns="180000" rIns="360000" bIns="45700" anchor="t" anchorCtr="0">
            <a:noAutofit/>
          </a:bodyPr>
          <a:lstStyle/>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en-US" altLang="zh-TW" sz="13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[質化效益]</a:t>
            </a:r>
            <a:endParaRPr kumimoji="0" sz="13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endParaRPr>
          </a:p>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en-US" altLang="zh-TW" sz="13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 品質控管：逾期、漏派、漏催變少，重要待辦與 KPI 缺口不漏接</a:t>
            </a:r>
          </a:p>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en-US" altLang="zh-TW" sz="13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 效率提升：會議整理、催辦、查數、算缺口由人工改為「PM 確認為主」，大幅省時</a:t>
            </a:r>
          </a:p>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en-US" altLang="zh-TW" sz="13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 </a:t>
            </a:r>
            <a:r>
              <a:rPr kumimoji="0" lang="en-US" altLang="zh-TW" sz="1300" b="0" i="0" u="none" strike="noStrike" kern="0" cap="none" spc="0" normalizeH="0" baseline="0" noProof="0" dirty="0" err="1">
                <a:ln>
                  <a:noFill/>
                </a:ln>
                <a:solidFill>
                  <a:srgbClr val="000000"/>
                </a:solidFill>
                <a:effectLst/>
                <a:uLnTx/>
                <a:uFillTx/>
                <a:latin typeface="Microsoft JhengHei"/>
                <a:ea typeface="Microsoft JhengHei"/>
                <a:cs typeface="Microsoft JhengHei"/>
                <a:sym typeface="Microsoft JhengHei"/>
              </a:rPr>
              <a:t>法遵／稽核：決策、派單、查詢全程留痕可回溯</a:t>
            </a:r>
            <a:r>
              <a:rPr kumimoji="0" lang="en-US" altLang="zh-TW" sz="13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a:t>
            </a:r>
            <a:r>
              <a:rPr kumimoji="0" lang="zh-TW" altLang="en-US" sz="13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資料存於 </a:t>
            </a:r>
            <a:r>
              <a:rPr kumimoji="0" lang="en-US" altLang="zh-TW" sz="13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Microsoft Cloud </a:t>
            </a:r>
            <a:r>
              <a:rPr kumimoji="0" lang="zh-TW" altLang="en-US" sz="13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信任邊界</a:t>
            </a:r>
            <a:r>
              <a:rPr kumimoji="0" lang="en-US" altLang="zh-TW" sz="13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，符合金融業要求</a:t>
            </a:r>
          </a:p>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en-US" altLang="zh-TW" sz="13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 可規模化：數位經營部約 5 位同性質 PM 可沿用，一次建置、多專案共用</a:t>
            </a:r>
          </a:p>
          <a:p>
            <a:pPr marL="0" marR="0" lvl="0" indent="0" algn="l" defTabSz="914400" rtl="0" eaLnBrk="1" fontAlgn="auto" latinLnBrk="0" hangingPunct="1">
              <a:lnSpc>
                <a:spcPct val="150000"/>
              </a:lnSpc>
              <a:spcBef>
                <a:spcPts val="0"/>
              </a:spcBef>
              <a:spcAft>
                <a:spcPts val="0"/>
              </a:spcAft>
              <a:buClr>
                <a:srgbClr val="000000"/>
              </a:buClr>
              <a:buSzPts val="1400"/>
              <a:buFont typeface="Arial"/>
              <a:buNone/>
              <a:tabLst/>
              <a:defRPr/>
            </a:pPr>
            <a:r>
              <a:rPr kumimoji="0" lang="en-US" altLang="zh-TW" sz="1300" b="0" i="0" u="none" strike="noStrike" kern="0" cap="none" spc="0" normalizeH="0" baseline="0" noProof="0" dirty="0">
                <a:ln>
                  <a:noFill/>
                </a:ln>
                <a:solidFill>
                  <a:srgbClr val="000000"/>
                </a:solidFill>
                <a:effectLst/>
                <a:uLnTx/>
                <a:uFillTx/>
                <a:latin typeface="Microsoft JhengHei"/>
                <a:ea typeface="Microsoft JhengHei"/>
                <a:cs typeface="Microsoft JhengHei"/>
                <a:sym typeface="Microsoft JhengHei"/>
              </a:rPr>
              <a:t>• 風險預防：關鍵事項不漏辦、數據口徑受控（白名單），降低因疏失造成的損失</a:t>
            </a:r>
          </a:p>
        </p:txBody>
      </p:sp>
      <p:graphicFrame>
        <p:nvGraphicFramePr>
          <p:cNvPr id="2" name="表格 1">
            <a:extLst>
              <a:ext uri="{FF2B5EF4-FFF2-40B4-BE49-F238E27FC236}">
                <a16:creationId xmlns:a16="http://schemas.microsoft.com/office/drawing/2014/main" id="{3E0355A8-9D93-E87D-80AD-AF4B413A3B53}"/>
              </a:ext>
            </a:extLst>
          </p:cNvPr>
          <p:cNvGraphicFramePr>
            <a:graphicFrameLocks noGrp="1"/>
          </p:cNvGraphicFramePr>
          <p:nvPr>
            <p:extLst>
              <p:ext uri="{D42A27DB-BD31-4B8C-83A1-F6EECF244321}">
                <p14:modId xmlns:p14="http://schemas.microsoft.com/office/powerpoint/2010/main" val="3083688454"/>
              </p:ext>
            </p:extLst>
          </p:nvPr>
        </p:nvGraphicFramePr>
        <p:xfrm>
          <a:off x="368300" y="1371600"/>
          <a:ext cx="11455400" cy="2057400"/>
        </p:xfrm>
        <a:graphic>
          <a:graphicData uri="http://schemas.openxmlformats.org/drawingml/2006/table">
            <a:tbl>
              <a:tblPr>
                <a:tableStyleId>{5C22544A-7EE6-4342-B048-85BDC9FD1C3A}</a:tableStyleId>
              </a:tblPr>
              <a:tblGrid>
                <a:gridCol w="3175000">
                  <a:extLst>
                    <a:ext uri="{9D8B030D-6E8A-4147-A177-3AD203B41FA5}">
                      <a16:colId xmlns:a16="http://schemas.microsoft.com/office/drawing/2014/main" val="2292066143"/>
                    </a:ext>
                  </a:extLst>
                </a:gridCol>
                <a:gridCol w="1905000">
                  <a:extLst>
                    <a:ext uri="{9D8B030D-6E8A-4147-A177-3AD203B41FA5}">
                      <a16:colId xmlns:a16="http://schemas.microsoft.com/office/drawing/2014/main" val="3415940792"/>
                    </a:ext>
                  </a:extLst>
                </a:gridCol>
                <a:gridCol w="1905000">
                  <a:extLst>
                    <a:ext uri="{9D8B030D-6E8A-4147-A177-3AD203B41FA5}">
                      <a16:colId xmlns:a16="http://schemas.microsoft.com/office/drawing/2014/main" val="1566066609"/>
                    </a:ext>
                  </a:extLst>
                </a:gridCol>
                <a:gridCol w="2260600">
                  <a:extLst>
                    <a:ext uri="{9D8B030D-6E8A-4147-A177-3AD203B41FA5}">
                      <a16:colId xmlns:a16="http://schemas.microsoft.com/office/drawing/2014/main" val="3417087923"/>
                    </a:ext>
                  </a:extLst>
                </a:gridCol>
                <a:gridCol w="2209800">
                  <a:extLst>
                    <a:ext uri="{9D8B030D-6E8A-4147-A177-3AD203B41FA5}">
                      <a16:colId xmlns:a16="http://schemas.microsoft.com/office/drawing/2014/main" val="2066184170"/>
                    </a:ext>
                  </a:extLst>
                </a:gridCol>
              </a:tblGrid>
              <a:tr h="342900">
                <a:tc>
                  <a:txBody>
                    <a:bodyPr/>
                    <a:lstStyle/>
                    <a:p>
                      <a:pPr algn="l"/>
                      <a:r>
                        <a:rPr lang="zh-TW" altLang="en-US" sz="1200" b="1">
                          <a:solidFill>
                            <a:srgbClr val="FFFFFF"/>
                          </a:solidFill>
                          <a:latin typeface="Microsoft JhengHei" panose="020B0604030504040204" pitchFamily="34" charset="-120"/>
                          <a:ea typeface="Microsoft JhengHei" panose="020B0604030504040204" pitchFamily="34" charset="-120"/>
                        </a:rPr>
                        <a:t>任務（</a:t>
                      </a:r>
                      <a:r>
                        <a:rPr lang="en-US" altLang="zh-TW" sz="1200" b="1">
                          <a:solidFill>
                            <a:srgbClr val="FFFFFF"/>
                          </a:solidFill>
                          <a:latin typeface="Microsoft JhengHei" panose="020B0604030504040204" pitchFamily="34" charset="-120"/>
                          <a:ea typeface="Microsoft JhengHei" panose="020B0604030504040204" pitchFamily="34" charset="-120"/>
                        </a:rPr>
                        <a:t>Agent</a:t>
                      </a:r>
                      <a:r>
                        <a:rPr lang="zh-TW" altLang="en-US" sz="1200" b="1">
                          <a:solidFill>
                            <a:srgbClr val="FFFFFF"/>
                          </a:solidFill>
                          <a:latin typeface="Microsoft JhengHei" panose="020B0604030504040204" pitchFamily="34" charset="-120"/>
                          <a:ea typeface="Microsoft JhengHei" panose="020B0604030504040204" pitchFamily="34" charset="-120"/>
                        </a:rPr>
                        <a:t>）</a:t>
                      </a:r>
                    </a:p>
                  </a:txBody>
                  <a:tcPr anchor="ctr">
                    <a:solidFill>
                      <a:srgbClr val="CC492B"/>
                    </a:solidFill>
                  </a:tcPr>
                </a:tc>
                <a:tc>
                  <a:txBody>
                    <a:bodyPr/>
                    <a:lstStyle/>
                    <a:p>
                      <a:pPr algn="ctr"/>
                      <a:r>
                        <a:rPr lang="zh-TW" altLang="en-US" sz="1200" b="1">
                          <a:solidFill>
                            <a:srgbClr val="FFFFFF"/>
                          </a:solidFill>
                          <a:latin typeface="Microsoft JhengHei" panose="020B0604030504040204" pitchFamily="34" charset="-120"/>
                          <a:ea typeface="Microsoft JhengHei" panose="020B0604030504040204" pitchFamily="34" charset="-120"/>
                        </a:rPr>
                        <a:t>頻率（次</a:t>
                      </a:r>
                      <a:r>
                        <a:rPr lang="en-US" altLang="zh-TW" sz="1200" b="1">
                          <a:solidFill>
                            <a:srgbClr val="FFFFFF"/>
                          </a:solidFill>
                          <a:latin typeface="Microsoft JhengHei" panose="020B0604030504040204" pitchFamily="34" charset="-120"/>
                          <a:ea typeface="Microsoft JhengHei" panose="020B0604030504040204" pitchFamily="34" charset="-120"/>
                        </a:rPr>
                        <a:t>/</a:t>
                      </a:r>
                      <a:r>
                        <a:rPr lang="zh-TW" altLang="en-US" sz="1200" b="1">
                          <a:solidFill>
                            <a:srgbClr val="FFFFFF"/>
                          </a:solidFill>
                          <a:latin typeface="Microsoft JhengHei" panose="020B0604030504040204" pitchFamily="34" charset="-120"/>
                          <a:ea typeface="Microsoft JhengHei" panose="020B0604030504040204" pitchFamily="34" charset="-120"/>
                        </a:rPr>
                        <a:t>年）</a:t>
                      </a:r>
                    </a:p>
                  </a:txBody>
                  <a:tcPr anchor="ctr">
                    <a:solidFill>
                      <a:srgbClr val="CC492B"/>
                    </a:solidFill>
                  </a:tcPr>
                </a:tc>
                <a:tc>
                  <a:txBody>
                    <a:bodyPr/>
                    <a:lstStyle/>
                    <a:p>
                      <a:pPr algn="ctr"/>
                      <a:r>
                        <a:rPr lang="zh-TW" altLang="en-US" sz="1200" b="1">
                          <a:solidFill>
                            <a:srgbClr val="FFFFFF"/>
                          </a:solidFill>
                          <a:latin typeface="Microsoft JhengHei" panose="020B0604030504040204" pitchFamily="34" charset="-120"/>
                          <a:ea typeface="Microsoft JhengHei" panose="020B0604030504040204" pitchFamily="34" charset="-120"/>
                        </a:rPr>
                        <a:t>原本（分</a:t>
                      </a:r>
                      <a:r>
                        <a:rPr lang="en-US" altLang="zh-TW" sz="1200" b="1">
                          <a:solidFill>
                            <a:srgbClr val="FFFFFF"/>
                          </a:solidFill>
                          <a:latin typeface="Microsoft JhengHei" panose="020B0604030504040204" pitchFamily="34" charset="-120"/>
                          <a:ea typeface="Microsoft JhengHei" panose="020B0604030504040204" pitchFamily="34" charset="-120"/>
                        </a:rPr>
                        <a:t>/</a:t>
                      </a:r>
                      <a:r>
                        <a:rPr lang="zh-TW" altLang="en-US" sz="1200" b="1">
                          <a:solidFill>
                            <a:srgbClr val="FFFFFF"/>
                          </a:solidFill>
                          <a:latin typeface="Microsoft JhengHei" panose="020B0604030504040204" pitchFamily="34" charset="-120"/>
                          <a:ea typeface="Microsoft JhengHei" panose="020B0604030504040204" pitchFamily="34" charset="-120"/>
                        </a:rPr>
                        <a:t>次）</a:t>
                      </a:r>
                    </a:p>
                  </a:txBody>
                  <a:tcPr anchor="ctr">
                    <a:solidFill>
                      <a:srgbClr val="CC492B"/>
                    </a:solidFill>
                  </a:tcPr>
                </a:tc>
                <a:tc>
                  <a:txBody>
                    <a:bodyPr/>
                    <a:lstStyle/>
                    <a:p>
                      <a:pPr algn="ctr"/>
                      <a:r>
                        <a:rPr lang="zh-TW" altLang="en-US" sz="1200" b="1">
                          <a:solidFill>
                            <a:srgbClr val="FFFFFF"/>
                          </a:solidFill>
                          <a:latin typeface="Microsoft JhengHei" panose="020B0604030504040204" pitchFamily="34" charset="-120"/>
                          <a:ea typeface="Microsoft JhengHei" panose="020B0604030504040204" pitchFamily="34" charset="-120"/>
                        </a:rPr>
                        <a:t>透過 </a:t>
                      </a:r>
                      <a:r>
                        <a:rPr lang="en-US" altLang="zh-TW" sz="1200" b="1">
                          <a:solidFill>
                            <a:srgbClr val="FFFFFF"/>
                          </a:solidFill>
                          <a:latin typeface="Microsoft JhengHei" panose="020B0604030504040204" pitchFamily="34" charset="-120"/>
                          <a:ea typeface="Microsoft JhengHei" panose="020B0604030504040204" pitchFamily="34" charset="-120"/>
                        </a:rPr>
                        <a:t>Agent</a:t>
                      </a:r>
                      <a:r>
                        <a:rPr lang="zh-TW" altLang="en-US" sz="1200" b="1">
                          <a:solidFill>
                            <a:srgbClr val="FFFFFF"/>
                          </a:solidFill>
                          <a:latin typeface="Microsoft JhengHei" panose="020B0604030504040204" pitchFamily="34" charset="-120"/>
                          <a:ea typeface="Microsoft JhengHei" panose="020B0604030504040204" pitchFamily="34" charset="-120"/>
                        </a:rPr>
                        <a:t>（分</a:t>
                      </a:r>
                      <a:r>
                        <a:rPr lang="en-US" altLang="zh-TW" sz="1200" b="1">
                          <a:solidFill>
                            <a:srgbClr val="FFFFFF"/>
                          </a:solidFill>
                          <a:latin typeface="Microsoft JhengHei" panose="020B0604030504040204" pitchFamily="34" charset="-120"/>
                          <a:ea typeface="Microsoft JhengHei" panose="020B0604030504040204" pitchFamily="34" charset="-120"/>
                        </a:rPr>
                        <a:t>/</a:t>
                      </a:r>
                      <a:r>
                        <a:rPr lang="zh-TW" altLang="en-US" sz="1200" b="1">
                          <a:solidFill>
                            <a:srgbClr val="FFFFFF"/>
                          </a:solidFill>
                          <a:latin typeface="Microsoft JhengHei" panose="020B0604030504040204" pitchFamily="34" charset="-120"/>
                          <a:ea typeface="Microsoft JhengHei" panose="020B0604030504040204" pitchFamily="34" charset="-120"/>
                        </a:rPr>
                        <a:t>次）</a:t>
                      </a:r>
                    </a:p>
                  </a:txBody>
                  <a:tcPr anchor="ctr">
                    <a:solidFill>
                      <a:srgbClr val="CC492B"/>
                    </a:solidFill>
                  </a:tcPr>
                </a:tc>
                <a:tc>
                  <a:txBody>
                    <a:bodyPr/>
                    <a:lstStyle/>
                    <a:p>
                      <a:pPr algn="ctr"/>
                      <a:r>
                        <a:rPr lang="zh-TW" altLang="en-US" sz="1200" b="1">
                          <a:solidFill>
                            <a:srgbClr val="FFFFFF"/>
                          </a:solidFill>
                          <a:latin typeface="Microsoft JhengHei" panose="020B0604030504040204" pitchFamily="34" charset="-120"/>
                          <a:ea typeface="Microsoft JhengHei" panose="020B0604030504040204" pitchFamily="34" charset="-120"/>
                        </a:rPr>
                        <a:t>年省工時</a:t>
                      </a:r>
                    </a:p>
                  </a:txBody>
                  <a:tcPr anchor="ctr">
                    <a:solidFill>
                      <a:srgbClr val="CC492B"/>
                    </a:solidFill>
                  </a:tcPr>
                </a:tc>
                <a:extLst>
                  <a:ext uri="{0D108BD9-81ED-4DB2-BD59-A6C34878D82A}">
                    <a16:rowId xmlns:a16="http://schemas.microsoft.com/office/drawing/2014/main" val="1345542854"/>
                  </a:ext>
                </a:extLst>
              </a:tr>
              <a:tr h="342900">
                <a:tc>
                  <a:txBody>
                    <a:bodyPr/>
                    <a:lstStyle/>
                    <a:p>
                      <a:pPr algn="l"/>
                      <a:r>
                        <a:rPr lang="zh-TW" altLang="en-US" sz="1200">
                          <a:solidFill>
                            <a:srgbClr val="000000"/>
                          </a:solidFill>
                          <a:latin typeface="Microsoft JhengHei" panose="020B0604030504040204" pitchFamily="34" charset="-120"/>
                          <a:ea typeface="Microsoft JhengHei" panose="020B0604030504040204" pitchFamily="34" charset="-120"/>
                        </a:rPr>
                        <a:t>會議記錄｜結論待辦整理</a:t>
                      </a:r>
                    </a:p>
                  </a:txBody>
                  <a:tcPr anchor="ctr">
                    <a:solidFill>
                      <a:srgbClr val="FFFFFF"/>
                    </a:solidFill>
                  </a:tcPr>
                </a:tc>
                <a:tc>
                  <a:txBody>
                    <a:bodyPr/>
                    <a:lstStyle/>
                    <a:p>
                      <a:pPr algn="ctr"/>
                      <a:r>
                        <a:rPr lang="en-US" altLang="zh-TW" sz="1200" b="0">
                          <a:solidFill>
                            <a:srgbClr val="000000"/>
                          </a:solidFill>
                          <a:latin typeface="Microsoft JhengHei" panose="020B0604030504040204" pitchFamily="34" charset="-120"/>
                          <a:ea typeface="Microsoft JhengHei" panose="020B0604030504040204" pitchFamily="34" charset="-120"/>
                        </a:rPr>
                        <a:t>100</a:t>
                      </a:r>
                      <a:endParaRPr lang="zh-TW" altLang="en-US" sz="1200" b="0">
                        <a:solidFill>
                          <a:srgbClr val="000000"/>
                        </a:solidFill>
                        <a:latin typeface="Microsoft JhengHei" panose="020B0604030504040204" pitchFamily="34" charset="-120"/>
                        <a:ea typeface="Microsoft JhengHei" panose="020B0604030504040204" pitchFamily="34" charset="-120"/>
                      </a:endParaRPr>
                    </a:p>
                  </a:txBody>
                  <a:tcPr anchor="ctr">
                    <a:solidFill>
                      <a:srgbClr val="FFFFFF"/>
                    </a:solidFill>
                  </a:tcPr>
                </a:tc>
                <a:tc>
                  <a:txBody>
                    <a:bodyPr/>
                    <a:lstStyle/>
                    <a:p>
                      <a:pPr algn="ctr"/>
                      <a:r>
                        <a:rPr lang="en-US" altLang="zh-TW" sz="1200" b="0">
                          <a:solidFill>
                            <a:srgbClr val="000000"/>
                          </a:solidFill>
                          <a:latin typeface="Microsoft JhengHei" panose="020B0604030504040204" pitchFamily="34" charset="-120"/>
                          <a:ea typeface="Microsoft JhengHei" panose="020B0604030504040204" pitchFamily="34" charset="-120"/>
                        </a:rPr>
                        <a:t>10</a:t>
                      </a:r>
                      <a:endParaRPr lang="zh-TW" altLang="en-US" sz="1200" b="0">
                        <a:solidFill>
                          <a:srgbClr val="000000"/>
                        </a:solidFill>
                        <a:latin typeface="Microsoft JhengHei" panose="020B0604030504040204" pitchFamily="34" charset="-120"/>
                        <a:ea typeface="Microsoft JhengHei" panose="020B0604030504040204" pitchFamily="34" charset="-120"/>
                      </a:endParaRPr>
                    </a:p>
                  </a:txBody>
                  <a:tcPr anchor="ctr">
                    <a:solidFill>
                      <a:srgbClr val="FFFFFF"/>
                    </a:solidFill>
                  </a:tcPr>
                </a:tc>
                <a:tc>
                  <a:txBody>
                    <a:bodyPr/>
                    <a:lstStyle/>
                    <a:p>
                      <a:pPr algn="ctr"/>
                      <a:r>
                        <a:rPr lang="en-US" altLang="zh-TW" sz="1200" b="0">
                          <a:solidFill>
                            <a:srgbClr val="000000"/>
                          </a:solidFill>
                          <a:latin typeface="Microsoft JhengHei" panose="020B0604030504040204" pitchFamily="34" charset="-120"/>
                          <a:ea typeface="Microsoft JhengHei" panose="020B0604030504040204" pitchFamily="34" charset="-120"/>
                        </a:rPr>
                        <a:t>2</a:t>
                      </a:r>
                      <a:endParaRPr lang="zh-TW" altLang="en-US" sz="1200" b="0">
                        <a:solidFill>
                          <a:srgbClr val="000000"/>
                        </a:solidFill>
                        <a:latin typeface="Microsoft JhengHei" panose="020B0604030504040204" pitchFamily="34" charset="-120"/>
                        <a:ea typeface="Microsoft JhengHei" panose="020B0604030504040204" pitchFamily="34" charset="-120"/>
                      </a:endParaRPr>
                    </a:p>
                  </a:txBody>
                  <a:tcPr anchor="ctr">
                    <a:solidFill>
                      <a:srgbClr val="FFFFFF"/>
                    </a:solidFill>
                  </a:tcPr>
                </a:tc>
                <a:tc>
                  <a:txBody>
                    <a:bodyPr/>
                    <a:lstStyle/>
                    <a:p>
                      <a:pPr algn="ctr"/>
                      <a:r>
                        <a:rPr lang="zh-TW" altLang="en-US" sz="1200" b="1">
                          <a:solidFill>
                            <a:srgbClr val="000000"/>
                          </a:solidFill>
                          <a:latin typeface="Microsoft JhengHei" panose="020B0604030504040204" pitchFamily="34" charset="-120"/>
                          <a:ea typeface="Microsoft JhengHei" panose="020B0604030504040204" pitchFamily="34" charset="-120"/>
                        </a:rPr>
                        <a:t>約 </a:t>
                      </a:r>
                      <a:r>
                        <a:rPr lang="en-US" altLang="zh-TW" sz="1200" b="1">
                          <a:solidFill>
                            <a:srgbClr val="000000"/>
                          </a:solidFill>
                          <a:latin typeface="Microsoft JhengHei" panose="020B0604030504040204" pitchFamily="34" charset="-120"/>
                          <a:ea typeface="Microsoft JhengHei" panose="020B0604030504040204" pitchFamily="34" charset="-120"/>
                        </a:rPr>
                        <a:t>13 </a:t>
                      </a:r>
                      <a:r>
                        <a:rPr lang="zh-TW" altLang="en-US" sz="1200" b="1">
                          <a:solidFill>
                            <a:srgbClr val="000000"/>
                          </a:solidFill>
                          <a:latin typeface="Microsoft JhengHei" panose="020B0604030504040204" pitchFamily="34" charset="-120"/>
                          <a:ea typeface="Microsoft JhengHei" panose="020B0604030504040204" pitchFamily="34" charset="-120"/>
                        </a:rPr>
                        <a:t>小時</a:t>
                      </a:r>
                    </a:p>
                  </a:txBody>
                  <a:tcPr anchor="ctr">
                    <a:solidFill>
                      <a:srgbClr val="FFFFFF"/>
                    </a:solidFill>
                  </a:tcPr>
                </a:tc>
                <a:extLst>
                  <a:ext uri="{0D108BD9-81ED-4DB2-BD59-A6C34878D82A}">
                    <a16:rowId xmlns:a16="http://schemas.microsoft.com/office/drawing/2014/main" val="2266531253"/>
                  </a:ext>
                </a:extLst>
              </a:tr>
              <a:tr h="342900">
                <a:tc>
                  <a:txBody>
                    <a:bodyPr/>
                    <a:lstStyle/>
                    <a:p>
                      <a:pPr algn="l"/>
                      <a:r>
                        <a:rPr lang="zh-TW" altLang="en-US" sz="1200">
                          <a:solidFill>
                            <a:srgbClr val="000000"/>
                          </a:solidFill>
                          <a:latin typeface="Microsoft JhengHei" panose="020B0604030504040204" pitchFamily="34" charset="-120"/>
                          <a:ea typeface="Microsoft JhengHei" panose="020B0604030504040204" pitchFamily="34" charset="-120"/>
                        </a:rPr>
                        <a:t>時程｜逾期掃描催辦</a:t>
                      </a:r>
                    </a:p>
                  </a:txBody>
                  <a:tcPr anchor="ctr">
                    <a:solidFill>
                      <a:srgbClr val="FFFFFF"/>
                    </a:solidFill>
                  </a:tcPr>
                </a:tc>
                <a:tc>
                  <a:txBody>
                    <a:bodyPr/>
                    <a:lstStyle/>
                    <a:p>
                      <a:pPr algn="ctr"/>
                      <a:r>
                        <a:rPr lang="en-US" altLang="zh-TW" sz="1200" b="0">
                          <a:solidFill>
                            <a:srgbClr val="000000"/>
                          </a:solidFill>
                          <a:latin typeface="Microsoft JhengHei" panose="020B0604030504040204" pitchFamily="34" charset="-120"/>
                          <a:ea typeface="Microsoft JhengHei" panose="020B0604030504040204" pitchFamily="34" charset="-120"/>
                        </a:rPr>
                        <a:t>250</a:t>
                      </a:r>
                      <a:endParaRPr lang="zh-TW" altLang="en-US" sz="1200" b="0">
                        <a:solidFill>
                          <a:srgbClr val="000000"/>
                        </a:solidFill>
                        <a:latin typeface="Microsoft JhengHei" panose="020B0604030504040204" pitchFamily="34" charset="-120"/>
                        <a:ea typeface="Microsoft JhengHei" panose="020B0604030504040204" pitchFamily="34" charset="-120"/>
                      </a:endParaRPr>
                    </a:p>
                  </a:txBody>
                  <a:tcPr anchor="ctr">
                    <a:solidFill>
                      <a:srgbClr val="FFFFFF"/>
                    </a:solidFill>
                  </a:tcPr>
                </a:tc>
                <a:tc>
                  <a:txBody>
                    <a:bodyPr/>
                    <a:lstStyle/>
                    <a:p>
                      <a:pPr algn="ctr"/>
                      <a:r>
                        <a:rPr lang="en-US" altLang="zh-TW" sz="1200" b="0">
                          <a:solidFill>
                            <a:srgbClr val="000000"/>
                          </a:solidFill>
                          <a:latin typeface="Microsoft JhengHei" panose="020B0604030504040204" pitchFamily="34" charset="-120"/>
                          <a:ea typeface="Microsoft JhengHei" panose="020B0604030504040204" pitchFamily="34" charset="-120"/>
                        </a:rPr>
                        <a:t>10</a:t>
                      </a:r>
                      <a:endParaRPr lang="zh-TW" altLang="en-US" sz="1200" b="0">
                        <a:solidFill>
                          <a:srgbClr val="000000"/>
                        </a:solidFill>
                        <a:latin typeface="Microsoft JhengHei" panose="020B0604030504040204" pitchFamily="34" charset="-120"/>
                        <a:ea typeface="Microsoft JhengHei" panose="020B0604030504040204" pitchFamily="34" charset="-120"/>
                      </a:endParaRPr>
                    </a:p>
                  </a:txBody>
                  <a:tcPr anchor="ctr">
                    <a:solidFill>
                      <a:srgbClr val="FFFFFF"/>
                    </a:solidFill>
                  </a:tcPr>
                </a:tc>
                <a:tc>
                  <a:txBody>
                    <a:bodyPr/>
                    <a:lstStyle/>
                    <a:p>
                      <a:pPr algn="ctr"/>
                      <a:r>
                        <a:rPr lang="en-US" altLang="zh-TW" sz="1200" b="0">
                          <a:solidFill>
                            <a:srgbClr val="000000"/>
                          </a:solidFill>
                          <a:latin typeface="Microsoft JhengHei" panose="020B0604030504040204" pitchFamily="34" charset="-120"/>
                          <a:ea typeface="Microsoft JhengHei" panose="020B0604030504040204" pitchFamily="34" charset="-120"/>
                        </a:rPr>
                        <a:t>0</a:t>
                      </a:r>
                      <a:endParaRPr lang="zh-TW" altLang="en-US" sz="1200" b="0">
                        <a:solidFill>
                          <a:srgbClr val="000000"/>
                        </a:solidFill>
                        <a:latin typeface="Microsoft JhengHei" panose="020B0604030504040204" pitchFamily="34" charset="-120"/>
                        <a:ea typeface="Microsoft JhengHei" panose="020B0604030504040204" pitchFamily="34" charset="-120"/>
                      </a:endParaRPr>
                    </a:p>
                  </a:txBody>
                  <a:tcPr anchor="ctr">
                    <a:solidFill>
                      <a:srgbClr val="FFFFFF"/>
                    </a:solidFill>
                  </a:tcPr>
                </a:tc>
                <a:tc>
                  <a:txBody>
                    <a:bodyPr/>
                    <a:lstStyle/>
                    <a:p>
                      <a:pPr algn="ctr"/>
                      <a:r>
                        <a:rPr lang="zh-TW" altLang="en-US" sz="1200" b="1">
                          <a:solidFill>
                            <a:srgbClr val="000000"/>
                          </a:solidFill>
                          <a:latin typeface="Microsoft JhengHei" panose="020B0604030504040204" pitchFamily="34" charset="-120"/>
                          <a:ea typeface="Microsoft JhengHei" panose="020B0604030504040204" pitchFamily="34" charset="-120"/>
                        </a:rPr>
                        <a:t>約 </a:t>
                      </a:r>
                      <a:r>
                        <a:rPr lang="en-US" altLang="zh-TW" sz="1200" b="1">
                          <a:solidFill>
                            <a:srgbClr val="000000"/>
                          </a:solidFill>
                          <a:latin typeface="Microsoft JhengHei" panose="020B0604030504040204" pitchFamily="34" charset="-120"/>
                          <a:ea typeface="Microsoft JhengHei" panose="020B0604030504040204" pitchFamily="34" charset="-120"/>
                        </a:rPr>
                        <a:t>42 </a:t>
                      </a:r>
                      <a:r>
                        <a:rPr lang="zh-TW" altLang="en-US" sz="1200" b="1">
                          <a:solidFill>
                            <a:srgbClr val="000000"/>
                          </a:solidFill>
                          <a:latin typeface="Microsoft JhengHei" panose="020B0604030504040204" pitchFamily="34" charset="-120"/>
                          <a:ea typeface="Microsoft JhengHei" panose="020B0604030504040204" pitchFamily="34" charset="-120"/>
                        </a:rPr>
                        <a:t>小時</a:t>
                      </a:r>
                    </a:p>
                  </a:txBody>
                  <a:tcPr anchor="ctr">
                    <a:solidFill>
                      <a:srgbClr val="FFFFFF"/>
                    </a:solidFill>
                  </a:tcPr>
                </a:tc>
                <a:extLst>
                  <a:ext uri="{0D108BD9-81ED-4DB2-BD59-A6C34878D82A}">
                    <a16:rowId xmlns:a16="http://schemas.microsoft.com/office/drawing/2014/main" val="239300170"/>
                  </a:ext>
                </a:extLst>
              </a:tr>
              <a:tr h="342900">
                <a:tc>
                  <a:txBody>
                    <a:bodyPr/>
                    <a:lstStyle/>
                    <a:p>
                      <a:pPr algn="l"/>
                      <a:r>
                        <a:rPr lang="zh-TW" altLang="en-US" sz="1200">
                          <a:solidFill>
                            <a:srgbClr val="000000"/>
                          </a:solidFill>
                          <a:latin typeface="Microsoft JhengHei" panose="020B0604030504040204" pitchFamily="34" charset="-120"/>
                          <a:ea typeface="Microsoft JhengHei" panose="020B0604030504040204" pitchFamily="34" charset="-120"/>
                        </a:rPr>
                        <a:t>數據｜</a:t>
                      </a:r>
                      <a:r>
                        <a:rPr lang="en-US" altLang="zh-TW" sz="1200">
                          <a:solidFill>
                            <a:srgbClr val="000000"/>
                          </a:solidFill>
                          <a:latin typeface="Microsoft JhengHei" panose="020B0604030504040204" pitchFamily="34" charset="-120"/>
                          <a:ea typeface="Microsoft JhengHei" panose="020B0604030504040204" pitchFamily="34" charset="-120"/>
                        </a:rPr>
                        <a:t>CUBE</a:t>
                      </a:r>
                      <a:r>
                        <a:rPr lang="zh-TW" altLang="en-US" sz="1200">
                          <a:solidFill>
                            <a:srgbClr val="000000"/>
                          </a:solidFill>
                          <a:latin typeface="Microsoft JhengHei" panose="020B0604030504040204" pitchFamily="34" charset="-120"/>
                          <a:ea typeface="Microsoft JhengHei" panose="020B0604030504040204" pitchFamily="34" charset="-120"/>
                        </a:rPr>
                        <a:t>／神策查詢（</a:t>
                      </a:r>
                      <a:r>
                        <a:rPr lang="en-US" altLang="zh-TW" sz="1200">
                          <a:solidFill>
                            <a:srgbClr val="000000"/>
                          </a:solidFill>
                          <a:latin typeface="Microsoft JhengHei" panose="020B0604030504040204" pitchFamily="34" charset="-120"/>
                          <a:ea typeface="Microsoft JhengHei" panose="020B0604030504040204" pitchFamily="34" charset="-120"/>
                        </a:rPr>
                        <a:t>P2</a:t>
                      </a:r>
                      <a:r>
                        <a:rPr lang="zh-TW" altLang="en-US" sz="1200">
                          <a:solidFill>
                            <a:srgbClr val="000000"/>
                          </a:solidFill>
                          <a:latin typeface="Microsoft JhengHei" panose="020B0604030504040204" pitchFamily="34" charset="-120"/>
                          <a:ea typeface="Microsoft JhengHei" panose="020B0604030504040204" pitchFamily="34" charset="-120"/>
                        </a:rPr>
                        <a:t>）</a:t>
                      </a:r>
                    </a:p>
                  </a:txBody>
                  <a:tcPr anchor="ctr">
                    <a:solidFill>
                      <a:srgbClr val="FFFFFF"/>
                    </a:solidFill>
                  </a:tcPr>
                </a:tc>
                <a:tc>
                  <a:txBody>
                    <a:bodyPr/>
                    <a:lstStyle/>
                    <a:p>
                      <a:pPr algn="ctr"/>
                      <a:r>
                        <a:rPr lang="en-US" altLang="zh-TW" sz="1200" b="0">
                          <a:solidFill>
                            <a:srgbClr val="000000"/>
                          </a:solidFill>
                          <a:latin typeface="Microsoft JhengHei" panose="020B0604030504040204" pitchFamily="34" charset="-120"/>
                          <a:ea typeface="Microsoft JhengHei" panose="020B0604030504040204" pitchFamily="34" charset="-120"/>
                        </a:rPr>
                        <a:t>200</a:t>
                      </a:r>
                      <a:endParaRPr lang="zh-TW" altLang="en-US" sz="1200" b="0">
                        <a:solidFill>
                          <a:srgbClr val="000000"/>
                        </a:solidFill>
                        <a:latin typeface="Microsoft JhengHei" panose="020B0604030504040204" pitchFamily="34" charset="-120"/>
                        <a:ea typeface="Microsoft JhengHei" panose="020B0604030504040204" pitchFamily="34" charset="-120"/>
                      </a:endParaRPr>
                    </a:p>
                  </a:txBody>
                  <a:tcPr anchor="ctr">
                    <a:solidFill>
                      <a:srgbClr val="FFFFFF"/>
                    </a:solidFill>
                  </a:tcPr>
                </a:tc>
                <a:tc>
                  <a:txBody>
                    <a:bodyPr/>
                    <a:lstStyle/>
                    <a:p>
                      <a:pPr algn="ctr"/>
                      <a:r>
                        <a:rPr lang="en-US" altLang="zh-TW" sz="1200" b="0">
                          <a:solidFill>
                            <a:srgbClr val="000000"/>
                          </a:solidFill>
                          <a:latin typeface="Microsoft JhengHei" panose="020B0604030504040204" pitchFamily="34" charset="-120"/>
                          <a:ea typeface="Microsoft JhengHei" panose="020B0604030504040204" pitchFamily="34" charset="-120"/>
                        </a:rPr>
                        <a:t>10</a:t>
                      </a:r>
                      <a:endParaRPr lang="zh-TW" altLang="en-US" sz="1200" b="0">
                        <a:solidFill>
                          <a:srgbClr val="000000"/>
                        </a:solidFill>
                        <a:latin typeface="Microsoft JhengHei" panose="020B0604030504040204" pitchFamily="34" charset="-120"/>
                        <a:ea typeface="Microsoft JhengHei" panose="020B0604030504040204" pitchFamily="34" charset="-120"/>
                      </a:endParaRPr>
                    </a:p>
                  </a:txBody>
                  <a:tcPr anchor="ctr">
                    <a:solidFill>
                      <a:srgbClr val="FFFFFF"/>
                    </a:solidFill>
                  </a:tcPr>
                </a:tc>
                <a:tc>
                  <a:txBody>
                    <a:bodyPr/>
                    <a:lstStyle/>
                    <a:p>
                      <a:pPr algn="ctr"/>
                      <a:r>
                        <a:rPr lang="en-US" altLang="zh-TW" sz="1200" b="0">
                          <a:solidFill>
                            <a:srgbClr val="000000"/>
                          </a:solidFill>
                          <a:latin typeface="Microsoft JhengHei" panose="020B0604030504040204" pitchFamily="34" charset="-120"/>
                          <a:ea typeface="Microsoft JhengHei" panose="020B0604030504040204" pitchFamily="34" charset="-120"/>
                        </a:rPr>
                        <a:t>1</a:t>
                      </a:r>
                      <a:endParaRPr lang="zh-TW" altLang="en-US" sz="1200" b="0">
                        <a:solidFill>
                          <a:srgbClr val="000000"/>
                        </a:solidFill>
                        <a:latin typeface="Microsoft JhengHei" panose="020B0604030504040204" pitchFamily="34" charset="-120"/>
                        <a:ea typeface="Microsoft JhengHei" panose="020B0604030504040204" pitchFamily="34" charset="-120"/>
                      </a:endParaRPr>
                    </a:p>
                  </a:txBody>
                  <a:tcPr anchor="ctr">
                    <a:solidFill>
                      <a:srgbClr val="FFFFFF"/>
                    </a:solidFill>
                  </a:tcPr>
                </a:tc>
                <a:tc>
                  <a:txBody>
                    <a:bodyPr/>
                    <a:lstStyle/>
                    <a:p>
                      <a:pPr algn="ctr"/>
                      <a:r>
                        <a:rPr lang="zh-TW" altLang="en-US" sz="1200" b="1">
                          <a:solidFill>
                            <a:srgbClr val="000000"/>
                          </a:solidFill>
                          <a:latin typeface="Microsoft JhengHei" panose="020B0604030504040204" pitchFamily="34" charset="-120"/>
                          <a:ea typeface="Microsoft JhengHei" panose="020B0604030504040204" pitchFamily="34" charset="-120"/>
                        </a:rPr>
                        <a:t>約 </a:t>
                      </a:r>
                      <a:r>
                        <a:rPr lang="en-US" altLang="zh-TW" sz="1200" b="1">
                          <a:solidFill>
                            <a:srgbClr val="000000"/>
                          </a:solidFill>
                          <a:latin typeface="Microsoft JhengHei" panose="020B0604030504040204" pitchFamily="34" charset="-120"/>
                          <a:ea typeface="Microsoft JhengHei" panose="020B0604030504040204" pitchFamily="34" charset="-120"/>
                        </a:rPr>
                        <a:t>30 </a:t>
                      </a:r>
                      <a:r>
                        <a:rPr lang="zh-TW" altLang="en-US" sz="1200" b="1">
                          <a:solidFill>
                            <a:srgbClr val="000000"/>
                          </a:solidFill>
                          <a:latin typeface="Microsoft JhengHei" panose="020B0604030504040204" pitchFamily="34" charset="-120"/>
                          <a:ea typeface="Microsoft JhengHei" panose="020B0604030504040204" pitchFamily="34" charset="-120"/>
                        </a:rPr>
                        <a:t>小時</a:t>
                      </a:r>
                    </a:p>
                  </a:txBody>
                  <a:tcPr anchor="ctr">
                    <a:solidFill>
                      <a:srgbClr val="FFFFFF"/>
                    </a:solidFill>
                  </a:tcPr>
                </a:tc>
                <a:extLst>
                  <a:ext uri="{0D108BD9-81ED-4DB2-BD59-A6C34878D82A}">
                    <a16:rowId xmlns:a16="http://schemas.microsoft.com/office/drawing/2014/main" val="225234016"/>
                  </a:ext>
                </a:extLst>
              </a:tr>
              <a:tr h="342900">
                <a:tc>
                  <a:txBody>
                    <a:bodyPr/>
                    <a:lstStyle/>
                    <a:p>
                      <a:pPr algn="l"/>
                      <a:r>
                        <a:rPr lang="en-US" altLang="zh-TW" sz="1200">
                          <a:solidFill>
                            <a:srgbClr val="000000"/>
                          </a:solidFill>
                          <a:latin typeface="Microsoft JhengHei" panose="020B0604030504040204" pitchFamily="34" charset="-120"/>
                          <a:ea typeface="Microsoft JhengHei" panose="020B0604030504040204" pitchFamily="34" charset="-120"/>
                        </a:rPr>
                        <a:t>KPI</a:t>
                      </a:r>
                      <a:r>
                        <a:rPr lang="zh-TW" altLang="en-US" sz="1200">
                          <a:solidFill>
                            <a:srgbClr val="000000"/>
                          </a:solidFill>
                          <a:latin typeface="Microsoft JhengHei" panose="020B0604030504040204" pitchFamily="34" charset="-120"/>
                          <a:ea typeface="Microsoft JhengHei" panose="020B0604030504040204" pitchFamily="34" charset="-120"/>
                        </a:rPr>
                        <a:t>｜節點缺口對照（</a:t>
                      </a:r>
                      <a:r>
                        <a:rPr lang="en-US" altLang="zh-TW" sz="1200">
                          <a:solidFill>
                            <a:srgbClr val="000000"/>
                          </a:solidFill>
                          <a:latin typeface="Microsoft JhengHei" panose="020B0604030504040204" pitchFamily="34" charset="-120"/>
                          <a:ea typeface="Microsoft JhengHei" panose="020B0604030504040204" pitchFamily="34" charset="-120"/>
                        </a:rPr>
                        <a:t>P2</a:t>
                      </a:r>
                      <a:r>
                        <a:rPr lang="zh-TW" altLang="en-US" sz="1200">
                          <a:solidFill>
                            <a:srgbClr val="000000"/>
                          </a:solidFill>
                          <a:latin typeface="Microsoft JhengHei" panose="020B0604030504040204" pitchFamily="34" charset="-120"/>
                          <a:ea typeface="Microsoft JhengHei" panose="020B0604030504040204" pitchFamily="34" charset="-120"/>
                        </a:rPr>
                        <a:t>）</a:t>
                      </a:r>
                    </a:p>
                  </a:txBody>
                  <a:tcPr anchor="ctr">
                    <a:solidFill>
                      <a:srgbClr val="FFFFFF"/>
                    </a:solidFill>
                  </a:tcPr>
                </a:tc>
                <a:tc>
                  <a:txBody>
                    <a:bodyPr/>
                    <a:lstStyle/>
                    <a:p>
                      <a:pPr algn="ctr"/>
                      <a:r>
                        <a:rPr lang="en-US" altLang="zh-TW" sz="1200" b="0">
                          <a:solidFill>
                            <a:srgbClr val="000000"/>
                          </a:solidFill>
                          <a:latin typeface="Microsoft JhengHei" panose="020B0604030504040204" pitchFamily="34" charset="-120"/>
                          <a:ea typeface="Microsoft JhengHei" panose="020B0604030504040204" pitchFamily="34" charset="-120"/>
                        </a:rPr>
                        <a:t>50</a:t>
                      </a:r>
                      <a:endParaRPr lang="zh-TW" altLang="en-US" sz="1200" b="0">
                        <a:solidFill>
                          <a:srgbClr val="000000"/>
                        </a:solidFill>
                        <a:latin typeface="Microsoft JhengHei" panose="020B0604030504040204" pitchFamily="34" charset="-120"/>
                        <a:ea typeface="Microsoft JhengHei" panose="020B0604030504040204" pitchFamily="34" charset="-120"/>
                      </a:endParaRPr>
                    </a:p>
                  </a:txBody>
                  <a:tcPr anchor="ctr">
                    <a:solidFill>
                      <a:srgbClr val="FFFFFF"/>
                    </a:solidFill>
                  </a:tcPr>
                </a:tc>
                <a:tc>
                  <a:txBody>
                    <a:bodyPr/>
                    <a:lstStyle/>
                    <a:p>
                      <a:pPr algn="ctr"/>
                      <a:r>
                        <a:rPr lang="en-US" altLang="zh-TW" sz="1200" b="0">
                          <a:solidFill>
                            <a:srgbClr val="000000"/>
                          </a:solidFill>
                          <a:latin typeface="Microsoft JhengHei" panose="020B0604030504040204" pitchFamily="34" charset="-120"/>
                          <a:ea typeface="Microsoft JhengHei" panose="020B0604030504040204" pitchFamily="34" charset="-120"/>
                        </a:rPr>
                        <a:t>20</a:t>
                      </a:r>
                      <a:endParaRPr lang="zh-TW" altLang="en-US" sz="1200" b="0">
                        <a:solidFill>
                          <a:srgbClr val="000000"/>
                        </a:solidFill>
                        <a:latin typeface="Microsoft JhengHei" panose="020B0604030504040204" pitchFamily="34" charset="-120"/>
                        <a:ea typeface="Microsoft JhengHei" panose="020B0604030504040204" pitchFamily="34" charset="-120"/>
                      </a:endParaRPr>
                    </a:p>
                  </a:txBody>
                  <a:tcPr anchor="ctr">
                    <a:solidFill>
                      <a:srgbClr val="FFFFFF"/>
                    </a:solidFill>
                  </a:tcPr>
                </a:tc>
                <a:tc>
                  <a:txBody>
                    <a:bodyPr/>
                    <a:lstStyle/>
                    <a:p>
                      <a:pPr algn="ctr"/>
                      <a:r>
                        <a:rPr lang="en-US" altLang="zh-TW" sz="1200" b="0">
                          <a:solidFill>
                            <a:srgbClr val="000000"/>
                          </a:solidFill>
                          <a:latin typeface="Microsoft JhengHei" panose="020B0604030504040204" pitchFamily="34" charset="-120"/>
                          <a:ea typeface="Microsoft JhengHei" panose="020B0604030504040204" pitchFamily="34" charset="-120"/>
                        </a:rPr>
                        <a:t>0</a:t>
                      </a:r>
                      <a:endParaRPr lang="zh-TW" altLang="en-US" sz="1200" b="0">
                        <a:solidFill>
                          <a:srgbClr val="000000"/>
                        </a:solidFill>
                        <a:latin typeface="Microsoft JhengHei" panose="020B0604030504040204" pitchFamily="34" charset="-120"/>
                        <a:ea typeface="Microsoft JhengHei" panose="020B0604030504040204" pitchFamily="34" charset="-120"/>
                      </a:endParaRPr>
                    </a:p>
                  </a:txBody>
                  <a:tcPr anchor="ctr">
                    <a:solidFill>
                      <a:srgbClr val="FFFFFF"/>
                    </a:solidFill>
                  </a:tcPr>
                </a:tc>
                <a:tc>
                  <a:txBody>
                    <a:bodyPr/>
                    <a:lstStyle/>
                    <a:p>
                      <a:pPr algn="ctr"/>
                      <a:r>
                        <a:rPr lang="zh-TW" altLang="en-US" sz="1200" b="1">
                          <a:solidFill>
                            <a:srgbClr val="000000"/>
                          </a:solidFill>
                          <a:latin typeface="Microsoft JhengHei" panose="020B0604030504040204" pitchFamily="34" charset="-120"/>
                          <a:ea typeface="Microsoft JhengHei" panose="020B0604030504040204" pitchFamily="34" charset="-120"/>
                        </a:rPr>
                        <a:t>約 </a:t>
                      </a:r>
                      <a:r>
                        <a:rPr lang="en-US" altLang="zh-TW" sz="1200" b="1">
                          <a:solidFill>
                            <a:srgbClr val="000000"/>
                          </a:solidFill>
                          <a:latin typeface="Microsoft JhengHei" panose="020B0604030504040204" pitchFamily="34" charset="-120"/>
                          <a:ea typeface="Microsoft JhengHei" panose="020B0604030504040204" pitchFamily="34" charset="-120"/>
                        </a:rPr>
                        <a:t>17 </a:t>
                      </a:r>
                      <a:r>
                        <a:rPr lang="zh-TW" altLang="en-US" sz="1200" b="1">
                          <a:solidFill>
                            <a:srgbClr val="000000"/>
                          </a:solidFill>
                          <a:latin typeface="Microsoft JhengHei" panose="020B0604030504040204" pitchFamily="34" charset="-120"/>
                          <a:ea typeface="Microsoft JhengHei" panose="020B0604030504040204" pitchFamily="34" charset="-120"/>
                        </a:rPr>
                        <a:t>小時</a:t>
                      </a:r>
                    </a:p>
                  </a:txBody>
                  <a:tcPr anchor="ctr">
                    <a:solidFill>
                      <a:srgbClr val="FFFFFF"/>
                    </a:solidFill>
                  </a:tcPr>
                </a:tc>
                <a:extLst>
                  <a:ext uri="{0D108BD9-81ED-4DB2-BD59-A6C34878D82A}">
                    <a16:rowId xmlns:a16="http://schemas.microsoft.com/office/drawing/2014/main" val="864234838"/>
                  </a:ext>
                </a:extLst>
              </a:tr>
              <a:tr h="342900">
                <a:tc>
                  <a:txBody>
                    <a:bodyPr/>
                    <a:lstStyle/>
                    <a:p>
                      <a:pPr algn="l"/>
                      <a:r>
                        <a:rPr lang="zh-TW" altLang="en-US" sz="1200" b="1">
                          <a:solidFill>
                            <a:srgbClr val="000000"/>
                          </a:solidFill>
                          <a:latin typeface="Microsoft JhengHei" panose="020B0604030504040204" pitchFamily="34" charset="-120"/>
                          <a:ea typeface="Microsoft JhengHei" panose="020B0604030504040204" pitchFamily="34" charset="-120"/>
                        </a:rPr>
                        <a:t>合計（單一 </a:t>
                      </a:r>
                      <a:r>
                        <a:rPr lang="en-US" altLang="zh-TW" sz="1200" b="1">
                          <a:solidFill>
                            <a:srgbClr val="000000"/>
                          </a:solidFill>
                          <a:latin typeface="Microsoft JhengHei" panose="020B0604030504040204" pitchFamily="34" charset="-120"/>
                          <a:ea typeface="Microsoft JhengHei" panose="020B0604030504040204" pitchFamily="34" charset="-120"/>
                        </a:rPr>
                        <a:t>PM</a:t>
                      </a:r>
                      <a:r>
                        <a:rPr lang="zh-TW" altLang="en-US" sz="1200" b="1">
                          <a:solidFill>
                            <a:srgbClr val="000000"/>
                          </a:solidFill>
                          <a:latin typeface="Microsoft JhengHei" panose="020B0604030504040204" pitchFamily="34" charset="-120"/>
                          <a:ea typeface="Microsoft JhengHei" panose="020B0604030504040204" pitchFamily="34" charset="-120"/>
                        </a:rPr>
                        <a:t>／年）</a:t>
                      </a:r>
                    </a:p>
                  </a:txBody>
                  <a:tcPr anchor="ctr">
                    <a:solidFill>
                      <a:srgbClr val="F2F2F2"/>
                    </a:solidFill>
                  </a:tcPr>
                </a:tc>
                <a:tc>
                  <a:txBody>
                    <a:bodyPr/>
                    <a:lstStyle/>
                    <a:p>
                      <a:pPr algn="ctr"/>
                      <a:r>
                        <a:rPr lang="en-US" altLang="zh-TW" sz="1200" b="1">
                          <a:solidFill>
                            <a:srgbClr val="000000"/>
                          </a:solidFill>
                          <a:latin typeface="Microsoft JhengHei" panose="020B0604030504040204" pitchFamily="34" charset="-120"/>
                          <a:ea typeface="Microsoft JhengHei" panose="020B0604030504040204" pitchFamily="34" charset="-120"/>
                        </a:rPr>
                        <a:t>—</a:t>
                      </a:r>
                      <a:endParaRPr lang="zh-TW" altLang="en-US" sz="1200" b="1">
                        <a:solidFill>
                          <a:srgbClr val="000000"/>
                        </a:solidFill>
                        <a:latin typeface="Microsoft JhengHei" panose="020B0604030504040204" pitchFamily="34" charset="-120"/>
                        <a:ea typeface="Microsoft JhengHei" panose="020B0604030504040204" pitchFamily="34" charset="-120"/>
                      </a:endParaRPr>
                    </a:p>
                  </a:txBody>
                  <a:tcPr anchor="ctr">
                    <a:solidFill>
                      <a:srgbClr val="F2F2F2"/>
                    </a:solidFill>
                  </a:tcPr>
                </a:tc>
                <a:tc>
                  <a:txBody>
                    <a:bodyPr/>
                    <a:lstStyle/>
                    <a:p>
                      <a:pPr algn="ctr"/>
                      <a:r>
                        <a:rPr lang="en-US" altLang="zh-TW" sz="1200" b="1">
                          <a:solidFill>
                            <a:srgbClr val="000000"/>
                          </a:solidFill>
                          <a:latin typeface="Microsoft JhengHei" panose="020B0604030504040204" pitchFamily="34" charset="-120"/>
                          <a:ea typeface="Microsoft JhengHei" panose="020B0604030504040204" pitchFamily="34" charset="-120"/>
                        </a:rPr>
                        <a:t>—</a:t>
                      </a:r>
                      <a:endParaRPr lang="zh-TW" altLang="en-US" sz="1200" b="1">
                        <a:solidFill>
                          <a:srgbClr val="000000"/>
                        </a:solidFill>
                        <a:latin typeface="Microsoft JhengHei" panose="020B0604030504040204" pitchFamily="34" charset="-120"/>
                        <a:ea typeface="Microsoft JhengHei" panose="020B0604030504040204" pitchFamily="34" charset="-120"/>
                      </a:endParaRPr>
                    </a:p>
                  </a:txBody>
                  <a:tcPr anchor="ctr">
                    <a:solidFill>
                      <a:srgbClr val="F2F2F2"/>
                    </a:solidFill>
                  </a:tcPr>
                </a:tc>
                <a:tc>
                  <a:txBody>
                    <a:bodyPr/>
                    <a:lstStyle/>
                    <a:p>
                      <a:pPr algn="ctr"/>
                      <a:r>
                        <a:rPr lang="en-US" altLang="zh-TW" sz="1200" b="1">
                          <a:solidFill>
                            <a:srgbClr val="000000"/>
                          </a:solidFill>
                          <a:latin typeface="Microsoft JhengHei" panose="020B0604030504040204" pitchFamily="34" charset="-120"/>
                          <a:ea typeface="Microsoft JhengHei" panose="020B0604030504040204" pitchFamily="34" charset="-120"/>
                        </a:rPr>
                        <a:t>—</a:t>
                      </a:r>
                      <a:endParaRPr lang="zh-TW" altLang="en-US" sz="1200" b="1">
                        <a:solidFill>
                          <a:srgbClr val="000000"/>
                        </a:solidFill>
                        <a:latin typeface="Microsoft JhengHei" panose="020B0604030504040204" pitchFamily="34" charset="-120"/>
                        <a:ea typeface="Microsoft JhengHei" panose="020B0604030504040204" pitchFamily="34" charset="-120"/>
                      </a:endParaRPr>
                    </a:p>
                  </a:txBody>
                  <a:tcPr anchor="ctr">
                    <a:solidFill>
                      <a:srgbClr val="F2F2F2"/>
                    </a:solidFill>
                  </a:tcPr>
                </a:tc>
                <a:tc>
                  <a:txBody>
                    <a:bodyPr/>
                    <a:lstStyle/>
                    <a:p>
                      <a:pPr algn="ctr"/>
                      <a:r>
                        <a:rPr lang="zh-TW" altLang="en-US" sz="1200" b="1">
                          <a:solidFill>
                            <a:srgbClr val="CC492B"/>
                          </a:solidFill>
                          <a:latin typeface="Microsoft JhengHei" panose="020B0604030504040204" pitchFamily="34" charset="-120"/>
                          <a:ea typeface="Microsoft JhengHei" panose="020B0604030504040204" pitchFamily="34" charset="-120"/>
                        </a:rPr>
                        <a:t>約 </a:t>
                      </a:r>
                      <a:r>
                        <a:rPr lang="en-US" altLang="zh-TW" sz="1200" b="1">
                          <a:solidFill>
                            <a:srgbClr val="CC492B"/>
                          </a:solidFill>
                          <a:latin typeface="Microsoft JhengHei" panose="020B0604030504040204" pitchFamily="34" charset="-120"/>
                          <a:ea typeface="Microsoft JhengHei" panose="020B0604030504040204" pitchFamily="34" charset="-120"/>
                        </a:rPr>
                        <a:t>102 </a:t>
                      </a:r>
                      <a:r>
                        <a:rPr lang="zh-TW" altLang="en-US" sz="1200" b="1">
                          <a:solidFill>
                            <a:srgbClr val="CC492B"/>
                          </a:solidFill>
                          <a:latin typeface="Microsoft JhengHei" panose="020B0604030504040204" pitchFamily="34" charset="-120"/>
                          <a:ea typeface="Microsoft JhengHei" panose="020B0604030504040204" pitchFamily="34" charset="-120"/>
                        </a:rPr>
                        <a:t>小時</a:t>
                      </a:r>
                    </a:p>
                  </a:txBody>
                  <a:tcPr anchor="ctr">
                    <a:solidFill>
                      <a:srgbClr val="F2F2F2"/>
                    </a:solidFill>
                  </a:tcPr>
                </a:tc>
                <a:extLst>
                  <a:ext uri="{0D108BD9-81ED-4DB2-BD59-A6C34878D82A}">
                    <a16:rowId xmlns:a16="http://schemas.microsoft.com/office/drawing/2014/main" val="3502281815"/>
                  </a:ext>
                </a:extLst>
              </a:tr>
            </a:tbl>
          </a:graphicData>
        </a:graphic>
      </p:graphicFrame>
      <p:sp>
        <p:nvSpPr>
          <p:cNvPr id="3" name="文字方塊 2">
            <a:extLst>
              <a:ext uri="{FF2B5EF4-FFF2-40B4-BE49-F238E27FC236}">
                <a16:creationId xmlns:a16="http://schemas.microsoft.com/office/drawing/2014/main" id="{C61512A1-1763-8480-3EA1-20EDCC258513}"/>
              </a:ext>
            </a:extLst>
          </p:cNvPr>
          <p:cNvSpPr txBox="1"/>
          <p:nvPr/>
        </p:nvSpPr>
        <p:spPr>
          <a:xfrm>
            <a:off x="368300" y="3606800"/>
            <a:ext cx="11455400" cy="225703"/>
          </a:xfrm>
          <a:prstGeom prst="rect">
            <a:avLst/>
          </a:prstGeom>
          <a:noFill/>
        </p:spPr>
        <p:txBody>
          <a:bodyPr vert="horz" wrap="square" lIns="25400" tIns="12700" bIns="12700" rtlCol="0">
            <a:spAutoFit/>
          </a:bodyPr>
          <a:lstStyle/>
          <a:p>
            <a:r>
              <a:rPr lang="zh-TW" altLang="en-US" sz="1300" b="1">
                <a:solidFill>
                  <a:srgbClr val="CC492B"/>
                </a:solidFill>
                <a:latin typeface="Microsoft JhengHei" panose="020B0604030504040204" pitchFamily="34" charset="-120"/>
                <a:ea typeface="Microsoft JhengHei" panose="020B0604030504040204" pitchFamily="34" charset="-120"/>
              </a:rPr>
              <a:t>▶ 以數位經營部約 </a:t>
            </a:r>
            <a:r>
              <a:rPr lang="en-US" altLang="zh-TW" sz="1300" b="1">
                <a:solidFill>
                  <a:srgbClr val="CC492B"/>
                </a:solidFill>
                <a:latin typeface="Microsoft JhengHei" panose="020B0604030504040204" pitchFamily="34" charset="-120"/>
                <a:ea typeface="Microsoft JhengHei" panose="020B0604030504040204" pitchFamily="34" charset="-120"/>
              </a:rPr>
              <a:t>5 </a:t>
            </a:r>
            <a:r>
              <a:rPr lang="zh-TW" altLang="en-US" sz="1300" b="1">
                <a:solidFill>
                  <a:srgbClr val="CC492B"/>
                </a:solidFill>
                <a:latin typeface="Microsoft JhengHei" panose="020B0604030504040204" pitchFamily="34" charset="-120"/>
                <a:ea typeface="Microsoft JhengHei" panose="020B0604030504040204" pitchFamily="34" charset="-120"/>
              </a:rPr>
              <a:t>位同性質 </a:t>
            </a:r>
            <a:r>
              <a:rPr lang="en-US" altLang="zh-TW" sz="1300" b="1">
                <a:solidFill>
                  <a:srgbClr val="CC492B"/>
                </a:solidFill>
                <a:latin typeface="Microsoft JhengHei" panose="020B0604030504040204" pitchFamily="34" charset="-120"/>
                <a:ea typeface="Microsoft JhengHei" panose="020B0604030504040204" pitchFamily="34" charset="-120"/>
              </a:rPr>
              <a:t>PM </a:t>
            </a:r>
            <a:r>
              <a:rPr lang="zh-TW" altLang="en-US" sz="1300" b="1">
                <a:solidFill>
                  <a:srgbClr val="CC492B"/>
                </a:solidFill>
                <a:latin typeface="Microsoft JhengHei" panose="020B0604030504040204" pitchFamily="34" charset="-120"/>
                <a:ea typeface="Microsoft JhengHei" panose="020B0604030504040204" pitchFamily="34" charset="-120"/>
              </a:rPr>
              <a:t>計，全部門年省約 </a:t>
            </a:r>
            <a:r>
              <a:rPr lang="en-US" altLang="zh-TW" sz="1300" b="1">
                <a:solidFill>
                  <a:srgbClr val="CC492B"/>
                </a:solidFill>
                <a:latin typeface="Microsoft JhengHei" panose="020B0604030504040204" pitchFamily="34" charset="-120"/>
                <a:ea typeface="Microsoft JhengHei" panose="020B0604030504040204" pitchFamily="34" charset="-120"/>
              </a:rPr>
              <a:t>510 </a:t>
            </a:r>
            <a:r>
              <a:rPr lang="zh-TW" altLang="en-US" sz="1300" b="1">
                <a:solidFill>
                  <a:srgbClr val="CC492B"/>
                </a:solidFill>
                <a:latin typeface="Microsoft JhengHei" panose="020B0604030504040204" pitchFamily="34" charset="-120"/>
                <a:ea typeface="Microsoft JhengHei" panose="020B0604030504040204" pitchFamily="34" charset="-120"/>
              </a:rPr>
              <a:t>小時 ≈ </a:t>
            </a:r>
            <a:r>
              <a:rPr lang="en-US" altLang="zh-TW" sz="1300" b="1">
                <a:solidFill>
                  <a:srgbClr val="CC492B"/>
                </a:solidFill>
                <a:latin typeface="Microsoft JhengHei" panose="020B0604030504040204" pitchFamily="34" charset="-120"/>
                <a:ea typeface="Microsoft JhengHei" panose="020B0604030504040204" pitchFamily="34" charset="-120"/>
              </a:rPr>
              <a:t>64 </a:t>
            </a:r>
            <a:r>
              <a:rPr lang="zh-TW" altLang="en-US" sz="1300" b="1">
                <a:solidFill>
                  <a:srgbClr val="CC492B"/>
                </a:solidFill>
                <a:latin typeface="Microsoft JhengHei" panose="020B0604030504040204" pitchFamily="34" charset="-120"/>
                <a:ea typeface="Microsoft JhengHei" panose="020B0604030504040204" pitchFamily="34" charset="-120"/>
              </a:rPr>
              <a:t>個工作天；一次建置、多專案共用。</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9"/>
          <p:cNvSpPr txBox="1">
            <a:spLocks noGrp="1"/>
          </p:cNvSpPr>
          <p:nvPr>
            <p:ph type="title"/>
          </p:nvPr>
        </p:nvSpPr>
        <p:spPr>
          <a:xfrm>
            <a:off x="365895" y="150922"/>
            <a:ext cx="11342694" cy="63522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zh-TW" sz="2800" b="1" dirty="0"/>
              <a:t>Copilot Studio 功能設定截圖與相關資料</a:t>
            </a:r>
            <a:endParaRPr dirty="0"/>
          </a:p>
        </p:txBody>
      </p:sp>
      <p:sp>
        <p:nvSpPr>
          <p:cNvPr id="94" name="Google Shape;94;p9"/>
          <p:cNvSpPr txBox="1"/>
          <p:nvPr/>
        </p:nvSpPr>
        <p:spPr>
          <a:xfrm>
            <a:off x="365895" y="955131"/>
            <a:ext cx="7693150" cy="369332"/>
          </a:xfrm>
          <a:prstGeom prst="rect">
            <a:avLst/>
          </a:prstGeom>
          <a:noFill/>
          <a:ln>
            <a:noFill/>
          </a:ln>
        </p:spPr>
        <p:txBody>
          <a:bodyPr spcFirstLastPara="1" wrap="square" lIns="91425" tIns="45700" rIns="91425" bIns="45700" anchor="t" anchorCtr="0">
            <a:spAutoFit/>
          </a:bodyPr>
          <a:lstStyle/>
          <a:p>
            <a:pPr marL="0" marR="0" lvl="0" indent="0" algn="l" defTabSz="914400" rtl="0" eaLnBrk="1" fontAlgn="auto" latinLnBrk="0" hangingPunct="1">
              <a:lnSpc>
                <a:spcPct val="100000"/>
              </a:lnSpc>
              <a:spcBef>
                <a:spcPts val="0"/>
              </a:spcBef>
              <a:spcAft>
                <a:spcPts val="0"/>
              </a:spcAft>
              <a:buClr>
                <a:srgbClr val="FF0000"/>
              </a:buClr>
              <a:buSzPts val="1800"/>
              <a:buFont typeface="Arial"/>
              <a:buNone/>
              <a:tabLst/>
              <a:defRPr/>
            </a:pPr>
            <a:r>
              <a:rPr kumimoji="0" lang="zh-TW" altLang="en-US" sz="1800" b="1" i="0" u="none" strike="noStrike" kern="0" cap="none" spc="0" normalizeH="0" baseline="0" noProof="0">
                <a:ln>
                  <a:noFill/>
                </a:ln>
                <a:solidFill>
                  <a:srgbClr val="FF0000"/>
                </a:solidFill>
                <a:effectLst/>
                <a:uLnTx/>
                <a:uFillTx/>
                <a:latin typeface="Microsoft JhengHei"/>
                <a:ea typeface="Microsoft JhengHei"/>
                <a:cs typeface="Microsoft JhengHei"/>
                <a:sym typeface="Microsoft JhengHei"/>
              </a:rPr>
              <a:t>佐證 </a:t>
            </a:r>
            <a:r>
              <a:rPr kumimoji="0" lang="en-US" altLang="zh-TW" sz="1800" b="1" i="0" u="none" strike="noStrike" kern="0" cap="none" spc="0" normalizeH="0" baseline="0" noProof="0">
                <a:ln>
                  <a:noFill/>
                </a:ln>
                <a:solidFill>
                  <a:srgbClr val="FF0000"/>
                </a:solidFill>
                <a:effectLst/>
                <a:uLnTx/>
                <a:uFillTx/>
                <a:latin typeface="Microsoft JhengHei"/>
                <a:ea typeface="Microsoft JhengHei"/>
                <a:cs typeface="Microsoft JhengHei"/>
                <a:sym typeface="Microsoft JhengHei"/>
              </a:rPr>
              <a:t>AI Agent </a:t>
            </a:r>
            <a:r>
              <a:rPr kumimoji="0" lang="zh-TW" altLang="en-US" sz="1800" b="1" i="0" u="none" strike="noStrike" kern="0" cap="none" spc="0" normalizeH="0" baseline="0" noProof="0">
                <a:ln>
                  <a:noFill/>
                </a:ln>
                <a:solidFill>
                  <a:srgbClr val="FF0000"/>
                </a:solidFill>
                <a:effectLst/>
                <a:uLnTx/>
                <a:uFillTx/>
                <a:latin typeface="Microsoft JhengHei"/>
                <a:ea typeface="Microsoft JhengHei"/>
                <a:cs typeface="Microsoft JhengHei"/>
                <a:sym typeface="Microsoft JhengHei"/>
              </a:rPr>
              <a:t>設計及運行資料</a:t>
            </a:r>
            <a:endParaRPr kumimoji="0" sz="1400" b="0" i="0" u="none" strike="noStrike" kern="0" cap="none" spc="0" normalizeH="0" baseline="0" noProof="0">
              <a:ln>
                <a:noFill/>
              </a:ln>
              <a:solidFill>
                <a:srgbClr val="000000"/>
              </a:solidFill>
              <a:effectLst/>
              <a:uLnTx/>
              <a:uFillTx/>
              <a:latin typeface="Arial"/>
              <a:ea typeface="Arial"/>
              <a:cs typeface="Arial"/>
              <a:sym typeface="Arial"/>
            </a:endParaRPr>
          </a:p>
        </p:txBody>
      </p:sp>
      <p:sp>
        <p:nvSpPr>
          <p:cNvPr id="96" name="TextBox 95"/>
          <p:cNvSpPr txBox="1"/>
          <p:nvPr/>
        </p:nvSpPr>
        <p:spPr>
          <a:xfrm>
            <a:off x="368503" y="1218895"/>
            <a:ext cx="11455603" cy="304495"/>
          </a:xfrm>
          <a:prstGeom prst="rect">
            <a:avLst/>
          </a:prstGeom>
          <a:noFill/>
        </p:spPr>
        <p:txBody>
          <a:bodyPr wrap="square">
            <a:spAutoFit/>
          </a:bodyPr>
          <a:lstStyle/>
          <a:p>
            <a:pPr algn="l"/>
            <a:r>
              <a:rPr sz="1400" b="0">
                <a:solidFill>
                  <a:srgbClr val="000000"/>
                </a:solidFill>
                <a:latin typeface="Microsoft JhengHei"/>
                <a:ea typeface="Microsoft JhengHei"/>
              </a:rPr>
              <a:t>實例佐證｜本部門已於 Microsoft Copilot Studio 建置並發佈 Agent，下為既有「請假申請（Day-off）Agent」的 Topics 對話決策流程實際畫面。</a:t>
            </a:r>
          </a:p>
        </p:txBody>
      </p:sp>
      <p:pic>
        <p:nvPicPr>
          <p:cNvPr id="103" name="Picture 102" descr="image.png"/>
          <p:cNvPicPr>
            <a:picLocks noChangeAspect="1"/>
          </p:cNvPicPr>
          <p:nvPr/>
        </p:nvPicPr>
        <p:blipFill>
          <a:blip r:embed="rId3"/>
          <a:stretch>
            <a:fillRect/>
          </a:stretch>
        </p:blipFill>
        <p:spPr>
          <a:xfrm>
            <a:off x="2540203" y="1574596"/>
            <a:ext cx="7112203" cy="3784701"/>
          </a:xfrm>
          <a:prstGeom prst="rect">
            <a:avLst/>
          </a:prstGeom>
          <a:ln w="9525">
            <a:solidFill>
              <a:srgbClr val="AAAAAA"/>
            </a:solidFill>
          </a:ln>
        </p:spPr>
      </p:pic>
      <p:sp>
        <p:nvSpPr>
          <p:cNvPr id="104" name="TextBox 103"/>
          <p:cNvSpPr txBox="1"/>
          <p:nvPr/>
        </p:nvSpPr>
        <p:spPr>
          <a:xfrm>
            <a:off x="508406" y="5458968"/>
            <a:ext cx="11173968" cy="758952"/>
          </a:xfrm>
          <a:prstGeom prst="rect">
            <a:avLst/>
          </a:prstGeom>
          <a:noFill/>
        </p:spPr>
        <p:txBody>
          <a:bodyPr wrap="square">
            <a:spAutoFit/>
          </a:bodyPr>
          <a:lstStyle/>
          <a:p>
            <a:pPr algn="l"/>
            <a:r>
              <a:rPr sz="1300" b="1">
                <a:solidFill>
                  <a:srgbClr val="CC492B"/>
                </a:solidFill>
                <a:latin typeface="Microsoft JhengHei"/>
                <a:ea typeface="Microsoft JhengHei"/>
              </a:rPr>
              <a:t>畫面重點  </a:t>
            </a:r>
            <a:r>
              <a:rPr sz="1300">
                <a:solidFill>
                  <a:srgbClr val="000000"/>
                </a:solidFill>
                <a:latin typeface="Microsoft JhengHei"/>
                <a:ea typeface="Microsoft JhengHei"/>
              </a:rPr>
              <a:t>① Condition 分支自動判斷假別　② Question／Adaptive Card 確認關卡＝寫入前必經使用者確認（人在迴路）　③ 已發佈上線。佐證 Copilot Studio 平台可行、團隊具實作能力；AIPM 各 Agent 沿用同一套 Topics 與確認關卡機制。</a:t>
            </a:r>
          </a:p>
        </p:txBody>
      </p:sp>
    </p:spTree>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75"/>
        <p:cNvGrpSpPr/>
        <p:nvPr/>
      </p:nvGrpSpPr>
      <p:grpSpPr>
        <a:xfrm>
          <a:off x="0" y="0"/>
          <a:ext cx="0" cy="0"/>
          <a:chOff x="0" y="0"/>
          <a:chExt cx="0" cy="0"/>
        </a:xfrm>
      </p:grpSpPr>
      <p:sp>
        <p:nvSpPr>
          <p:cNvPr id="76" name="Google Shape;76;p8"/>
          <p:cNvSpPr txBox="1">
            <a:spLocks noGrp="1"/>
          </p:cNvSpPr>
          <p:nvPr>
            <p:ph type="title"/>
          </p:nvPr>
        </p:nvSpPr>
        <p:spPr>
          <a:xfrm>
            <a:off x="365895" y="150922"/>
            <a:ext cx="11342694" cy="635226"/>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zh-TW" altLang="en-US" sz="2800" b="1"/>
              <a:t>附錄：四大 </a:t>
            </a:r>
            <a:r>
              <a:rPr lang="en-US" altLang="zh-TW" sz="2800" b="1"/>
              <a:t>Agent </a:t>
            </a:r>
            <a:r>
              <a:rPr lang="zh-TW" altLang="en-US" sz="2800" b="1"/>
              <a:t>對話決策詳細流程圖</a:t>
            </a:r>
            <a:endParaRPr/>
          </a:p>
        </p:txBody>
      </p:sp>
      <p:pic>
        <p:nvPicPr>
          <p:cNvPr id="3" name="圖片 2">
            <a:extLst>
              <a:ext uri="{FF2B5EF4-FFF2-40B4-BE49-F238E27FC236}">
                <a16:creationId xmlns:a16="http://schemas.microsoft.com/office/drawing/2014/main" id="{DD65562E-76EA-4365-D337-7AA4F57F6E2B}"/>
              </a:ext>
            </a:extLst>
          </p:cNvPr>
          <p:cNvPicPr>
            <a:picLocks/>
          </p:cNvPicPr>
          <p:nvPr/>
        </p:nvPicPr>
        <p:blipFill>
          <a:blip r:embed="rId3">
            <a:extLst>
              <a:ext uri="{28A0092B-C50C-407E-A947-70E740481C1C}">
                <a14:useLocalDpi xmlns:a14="http://schemas.microsoft.com/office/drawing/2010/main" val="0"/>
              </a:ext>
            </a:extLst>
          </a:blip>
          <a:stretch>
            <a:fillRect/>
          </a:stretch>
        </p:blipFill>
        <p:spPr>
          <a:xfrm>
            <a:off x="1341120" y="960120"/>
            <a:ext cx="9509760" cy="5349240"/>
          </a:xfrm>
          <a:prstGeom prst="rect">
            <a:avLst/>
          </a:prstGeom>
        </p:spPr>
      </p:pic>
    </p:spTree>
    <p:extLst>
      <p:ext uri="{BB962C8B-B14F-4D97-AF65-F5344CB8AC3E}">
        <p14:creationId xmlns:p14="http://schemas.microsoft.com/office/powerpoint/2010/main" val="2521080309"/>
      </p:ext>
    </p:extLst>
  </p:cSld>
  <p:clrMapOvr>
    <a:masterClrMapping/>
  </p:clrMapOvr>
  <mc:AlternateContent xmlns:mc="http://schemas.openxmlformats.org/markup-compatibility/2006">
    <mc:Choice xmlns:p14="http://schemas.microsoft.com/office/powerpoint/2010/main" Requires="p14">
      <p:transition spd="slow" p14:dur="2000">
        <p:cut/>
      </p:transition>
    </mc:Choice>
    <mc:Fallback>
      <p:transition spd="slow">
        <p:cut/>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NAME" val="McK Disclaimer"/>
  <p:tag name="RESIZE" val="Yes"/>
  <p:tag name="LLEFT" val=" 210.125"/>
  <p:tag name="LTOP" val=" 469.875"/>
</p:tagLst>
</file>

<file path=ppt/theme/theme1.xml><?xml version="1.0" encoding="utf-8"?>
<a:theme xmlns:a="http://schemas.openxmlformats.org/drawingml/2006/main" name="Universal Templat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Universal Templat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佈景主題">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290</TotalTime>
  <Words>817</Words>
  <Application>Microsoft Office PowerPoint</Application>
  <PresentationFormat>寬螢幕</PresentationFormat>
  <Paragraphs>100</Paragraphs>
  <Slides>8</Slides>
  <Notes>7</Notes>
  <HiddenSlides>0</HiddenSlides>
  <MMClips>0</MMClips>
  <ScaleCrop>false</ScaleCrop>
  <HeadingPairs>
    <vt:vector size="6" baseType="variant">
      <vt:variant>
        <vt:lpstr>使用字型</vt:lpstr>
      </vt:variant>
      <vt:variant>
        <vt:i4>8</vt:i4>
      </vt:variant>
      <vt:variant>
        <vt:lpstr>佈景主題</vt:lpstr>
      </vt:variant>
      <vt:variant>
        <vt:i4>2</vt:i4>
      </vt:variant>
      <vt:variant>
        <vt:lpstr>投影片標題</vt:lpstr>
      </vt:variant>
      <vt:variant>
        <vt:i4>8</vt:i4>
      </vt:variant>
    </vt:vector>
  </HeadingPairs>
  <TitlesOfParts>
    <vt:vector size="18" baseType="lpstr">
      <vt:lpstr>Microsoft YaHei</vt:lpstr>
      <vt:lpstr>Noto Sans Symbols</vt:lpstr>
      <vt:lpstr>微軟正黑體</vt:lpstr>
      <vt:lpstr>微軟正黑體</vt:lpstr>
      <vt:lpstr>新細明體</vt:lpstr>
      <vt:lpstr>Aptos</vt:lpstr>
      <vt:lpstr>Arial</vt:lpstr>
      <vt:lpstr>Calibri</vt:lpstr>
      <vt:lpstr>Universal Template</vt:lpstr>
      <vt:lpstr>1_Universal Template</vt:lpstr>
      <vt:lpstr>智能專案經理 AIPM</vt:lpstr>
      <vt:lpstr>提案動機與目的</vt:lpstr>
      <vt:lpstr>痛點對應解法與 Agent 目標使用者樣貌</vt:lpstr>
      <vt:lpstr>流程簡述</vt:lpstr>
      <vt:lpstr>流程示意圖</vt:lpstr>
      <vt:lpstr>預期效益</vt:lpstr>
      <vt:lpstr>Copilot Studio 功能設定截圖與相關資料</vt:lpstr>
      <vt:lpstr>附錄：四大 Agent 對話決策詳細流程圖</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黃甯言-人力資源部-永豐金證券</dc:creator>
  <cp:lastModifiedBy>文浩 郭</cp:lastModifiedBy>
  <cp:revision>51</cp:revision>
  <dcterms:created xsi:type="dcterms:W3CDTF">2026-05-21T08:24:57Z</dcterms:created>
  <dcterms:modified xsi:type="dcterms:W3CDTF">2026-07-10T08:26:09Z</dcterms:modified>
</cp:coreProperties>
</file>