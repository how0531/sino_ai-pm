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ags/tag1.xml" ContentType="application/vnd.openxmlformats-officedocument.presentationml.tag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75" r:id="rId2"/>
  </p:sldMasterIdLst>
  <p:notesMasterIdLst>
    <p:notesMasterId r:id="rId10"/>
  </p:notesMasterIdLst>
  <p:sldIdLst>
    <p:sldId id="2147482890" r:id="rId3"/>
    <p:sldId id="2147482900" r:id="rId4"/>
    <p:sldId id="2147482901" r:id="rId5"/>
    <p:sldId id="2147482903" r:id="rId6"/>
    <p:sldId id="261" r:id="rId7"/>
    <p:sldId id="2147482904" r:id="rId8"/>
    <p:sldId id="2147482905" r:id="rId9"/>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a:srgbClr val="F2F2F2"/>
    <a:srgbClr val="E9F1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264" autoAdjust="0"/>
    <p:restoredTop sz="96076" autoAdjust="0"/>
  </p:normalViewPr>
  <p:slideViewPr>
    <p:cSldViewPr snapToGrid="0">
      <p:cViewPr varScale="1">
        <p:scale>
          <a:sx n="77" d="100"/>
          <a:sy n="77" d="100"/>
        </p:scale>
        <p:origin x="60" y="18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viewProps" Target="view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presProps" Target="presProps.xml"/><Relationship Id="rId5" Type="http://schemas.openxmlformats.org/officeDocument/2006/relationships/slide" Target="slides/slide3.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郭文浩-數位經營部-永豐金證券" userId="274e1ecc-273d-4e1f-a4ac-0f2f0565666d" providerId="ADAL" clId="{40D049B3-D0A6-43DB-8827-ED15BABCAA6A}"/>
    <pc:docChg chg="custSel modSld">
      <pc:chgData name="郭文浩-數位經營部-永豐金證券" userId="274e1ecc-273d-4e1f-a4ac-0f2f0565666d" providerId="ADAL" clId="{40D049B3-D0A6-43DB-8827-ED15BABCAA6A}" dt="2026-07-09T09:31:34.404" v="5" actId="478"/>
      <pc:docMkLst>
        <pc:docMk/>
      </pc:docMkLst>
      <pc:sldChg chg="addSp delSp modSp mod">
        <pc:chgData name="郭文浩-數位經營部-永豐金證券" userId="274e1ecc-273d-4e1f-a4ac-0f2f0565666d" providerId="ADAL" clId="{40D049B3-D0A6-43DB-8827-ED15BABCAA6A}" dt="2026-07-09T09:31:34.404" v="5" actId="478"/>
        <pc:sldMkLst>
          <pc:docMk/>
          <pc:sldMk cId="0" sldId="261"/>
        </pc:sldMkLst>
        <pc:picChg chg="del">
          <ac:chgData name="郭文浩-數位經營部-永豐金證券" userId="274e1ecc-273d-4e1f-a4ac-0f2f0565666d" providerId="ADAL" clId="{40D049B3-D0A6-43DB-8827-ED15BABCAA6A}" dt="2026-07-09T09:29:59.440" v="0" actId="478"/>
          <ac:picMkLst>
            <pc:docMk/>
            <pc:sldMk cId="0" sldId="261"/>
            <ac:picMk id="7" creationId="{B3831D22-A1CF-4098-F2EC-EFCBA42BC858}"/>
          </ac:picMkLst>
        </pc:picChg>
        <pc:picChg chg="add del mod">
          <ac:chgData name="郭文浩-數位經營部-永豐金證券" userId="274e1ecc-273d-4e1f-a4ac-0f2f0565666d" providerId="ADAL" clId="{40D049B3-D0A6-43DB-8827-ED15BABCAA6A}" dt="2026-07-09T09:31:34.404" v="5" actId="478"/>
          <ac:picMkLst>
            <pc:docMk/>
            <pc:sldMk cId="0" sldId="261"/>
            <ac:picMk id="9" creationId="{0044546F-AB75-7120-8DD8-C099F6B13DA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2A1B36-CF89-4CE4-A8DF-FD84EF87482D}" type="datetimeFigureOut">
              <a:rPr lang="zh-TW" altLang="en-US" smtClean="0"/>
              <a:t>2026/7/9</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E731EA-1D42-4FED-8EFB-5C1C4CB5B9F4}" type="slidenum">
              <a:rPr lang="zh-TW" altLang="en-US" smtClean="0"/>
              <a:t>‹#›</a:t>
            </a:fld>
            <a:endParaRPr lang="zh-TW" altLang="en-US"/>
          </a:p>
        </p:txBody>
      </p:sp>
    </p:spTree>
    <p:extLst>
      <p:ext uri="{BB962C8B-B14F-4D97-AF65-F5344CB8AC3E}">
        <p14:creationId xmlns:p14="http://schemas.microsoft.com/office/powerpoint/2010/main" val="670772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
        <p:cNvGrpSpPr/>
        <p:nvPr/>
      </p:nvGrpSpPr>
      <p:grpSpPr>
        <a:xfrm>
          <a:off x="0" y="0"/>
          <a:ext cx="0" cy="0"/>
          <a:chOff x="0" y="0"/>
          <a:chExt cx="0" cy="0"/>
        </a:xfrm>
      </p:grpSpPr>
      <p:sp>
        <p:nvSpPr>
          <p:cNvPr id="32" name="Google Shape;32;p5: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 name="Google Shape;33;p5: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34" name="Google Shape;34;p5: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2</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1: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 name="Google Shape;41;p1: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42" name="Google Shape;42;p1: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3</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p7: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 name="Google Shape;66;p7: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67" name="Google Shape;67;p7: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4</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8: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p8: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74" name="Google Shape;74;p8: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5</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e9888fc26a_0_5: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g3e9888fc26a_0_5:notes"/>
          <p:cNvSpPr txBox="1">
            <a:spLocks noGrp="1"/>
          </p:cNvSpPr>
          <p:nvPr>
            <p:ph type="body" idx="1"/>
          </p:nvPr>
        </p:nvSpPr>
        <p:spPr>
          <a:xfrm>
            <a:off x="679768" y="4777194"/>
            <a:ext cx="5438100" cy="39087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82" name="Google Shape;82;g3e9888fc26a_0_5:notes"/>
          <p:cNvSpPr txBox="1">
            <a:spLocks noGrp="1"/>
          </p:cNvSpPr>
          <p:nvPr>
            <p:ph type="sldNum" idx="12"/>
          </p:nvPr>
        </p:nvSpPr>
        <p:spPr>
          <a:xfrm>
            <a:off x="3850443" y="9428584"/>
            <a:ext cx="2945700" cy="4980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6</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9: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 name="Google Shape;90;p9: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91" name="Google Shape;91;p9: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7</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標題投影片">
    <p:spTree>
      <p:nvGrpSpPr>
        <p:cNvPr id="1" name=""/>
        <p:cNvGrpSpPr/>
        <p:nvPr/>
      </p:nvGrpSpPr>
      <p:grpSpPr>
        <a:xfrm>
          <a:off x="0" y="0"/>
          <a:ext cx="0" cy="0"/>
          <a:chOff x="0" y="0"/>
          <a:chExt cx="0" cy="0"/>
        </a:xfrm>
      </p:grpSpPr>
      <p:pic>
        <p:nvPicPr>
          <p:cNvPr id="3" name="圖片 2" descr="一張含有 符號, 圖形, 標誌, 字型 的圖片&#10;&#10;AI 產生的內容可能不正確。">
            <a:extLst>
              <a:ext uri="{FF2B5EF4-FFF2-40B4-BE49-F238E27FC236}">
                <a16:creationId xmlns:a16="http://schemas.microsoft.com/office/drawing/2014/main" id="{C6A699EE-8FDB-BF8A-D915-B400958561F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78932" y="307942"/>
            <a:ext cx="2350833" cy="562759"/>
          </a:xfrm>
          <a:prstGeom prst="rect">
            <a:avLst/>
          </a:prstGeom>
        </p:spPr>
      </p:pic>
      <p:grpSp>
        <p:nvGrpSpPr>
          <p:cNvPr id="5" name="McK Title Elements"/>
          <p:cNvGrpSpPr>
            <a:grpSpLocks/>
          </p:cNvGrpSpPr>
          <p:nvPr userDrawn="1"/>
        </p:nvGrpSpPr>
        <p:grpSpPr bwMode="auto">
          <a:xfrm>
            <a:off x="3591727" y="2183416"/>
            <a:ext cx="6840045" cy="4601696"/>
            <a:chOff x="1663" y="1348"/>
            <a:chExt cx="3167" cy="2841"/>
          </a:xfrm>
        </p:grpSpPr>
        <p:sp>
          <p:nvSpPr>
            <p:cNvPr id="6" name="McK Confidential" hidden="1"/>
            <p:cNvSpPr txBox="1">
              <a:spLocks noChangeArrowheads="1"/>
            </p:cNvSpPr>
            <p:nvPr userDrawn="1"/>
          </p:nvSpPr>
          <p:spPr bwMode="auto">
            <a:xfrm>
              <a:off x="1663" y="1348"/>
              <a:ext cx="936"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CONFIDENTIAL</a:t>
              </a:r>
            </a:p>
          </p:txBody>
        </p:sp>
        <p:sp>
          <p:nvSpPr>
            <p:cNvPr id="7" name="McK Document" hidden="1"/>
            <p:cNvSpPr txBox="1">
              <a:spLocks noChangeArrowheads="1"/>
            </p:cNvSpPr>
            <p:nvPr userDrawn="1"/>
          </p:nvSpPr>
          <p:spPr bwMode="auto">
            <a:xfrm>
              <a:off x="1663" y="3045"/>
              <a:ext cx="3167"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Document</a:t>
              </a:r>
            </a:p>
          </p:txBody>
        </p:sp>
        <p:sp>
          <p:nvSpPr>
            <p:cNvPr id="8" name="McK Date" hidden="1"/>
            <p:cNvSpPr txBox="1">
              <a:spLocks noChangeArrowheads="1"/>
            </p:cNvSpPr>
            <p:nvPr userDrawn="1"/>
          </p:nvSpPr>
          <p:spPr bwMode="auto">
            <a:xfrm>
              <a:off x="1663" y="3216"/>
              <a:ext cx="3167"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Date</a:t>
              </a:r>
            </a:p>
          </p:txBody>
        </p:sp>
        <p:sp>
          <p:nvSpPr>
            <p:cNvPr id="9" name="McK Disclaimer" hidden="1"/>
            <p:cNvSpPr>
              <a:spLocks noChangeArrowheads="1"/>
            </p:cNvSpPr>
            <p:nvPr userDrawn="1">
              <p:custDataLst>
                <p:tags r:id="rId1"/>
              </p:custDataLst>
            </p:nvPr>
          </p:nvSpPr>
          <p:spPr bwMode="auto">
            <a:xfrm>
              <a:off x="1663" y="3833"/>
              <a:ext cx="2303" cy="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804863" eaLnBrk="0" hangingPunct="0">
                <a:defRPr sz="4000" b="1">
                  <a:solidFill>
                    <a:schemeClr val="tx1"/>
                  </a:solidFill>
                  <a:latin typeface="Arial" charset="0"/>
                  <a:ea typeface="华文楷体" pitchFamily="2" charset="-122"/>
                </a:defRPr>
              </a:lvl1pPr>
              <a:lvl2pPr marL="742950" indent="-285750" defTabSz="804863" eaLnBrk="0" hangingPunct="0">
                <a:defRPr sz="4000" b="1">
                  <a:solidFill>
                    <a:schemeClr val="tx1"/>
                  </a:solidFill>
                  <a:latin typeface="Arial" charset="0"/>
                  <a:ea typeface="华文楷体" pitchFamily="2" charset="-122"/>
                </a:defRPr>
              </a:lvl2pPr>
              <a:lvl3pPr marL="1143000" indent="-228600" defTabSz="804863" eaLnBrk="0" hangingPunct="0">
                <a:defRPr sz="4000" b="1">
                  <a:solidFill>
                    <a:schemeClr val="tx1"/>
                  </a:solidFill>
                  <a:latin typeface="Arial" charset="0"/>
                  <a:ea typeface="华文楷体" pitchFamily="2" charset="-122"/>
                </a:defRPr>
              </a:lvl3pPr>
              <a:lvl4pPr marL="1600200" indent="-228600" defTabSz="804863" eaLnBrk="0" hangingPunct="0">
                <a:defRPr sz="4000" b="1">
                  <a:solidFill>
                    <a:schemeClr val="tx1"/>
                  </a:solidFill>
                  <a:latin typeface="Arial" charset="0"/>
                  <a:ea typeface="华文楷体" pitchFamily="2" charset="-122"/>
                </a:defRPr>
              </a:lvl4pPr>
              <a:lvl5pPr marL="2057400" indent="-228600" defTabSz="804863" eaLnBrk="0" hangingPunct="0">
                <a:defRPr sz="4000" b="1">
                  <a:solidFill>
                    <a:schemeClr val="tx1"/>
                  </a:solidFill>
                  <a:latin typeface="Arial" charset="0"/>
                  <a:ea typeface="华文楷体" pitchFamily="2" charset="-122"/>
                </a:defRPr>
              </a:lvl5pPr>
              <a:lvl6pPr marL="2514600" indent="-228600" defTabSz="804863"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defTabSz="804863"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defTabSz="804863"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defTabSz="804863" eaLnBrk="0" fontAlgn="base" hangingPunct="0">
                <a:spcBef>
                  <a:spcPct val="0"/>
                </a:spcBef>
                <a:spcAft>
                  <a:spcPct val="0"/>
                </a:spcAft>
                <a:defRPr sz="4000" b="1">
                  <a:solidFill>
                    <a:schemeClr val="tx1"/>
                  </a:solidFill>
                  <a:latin typeface="Arial" charset="0"/>
                  <a:ea typeface="华文楷体" pitchFamily="2" charset="-122"/>
                </a:defRPr>
              </a:lvl9pPr>
            </a:lstStyle>
            <a:p>
              <a:pPr>
                <a:defRPr/>
              </a:pPr>
              <a:r>
                <a:rPr lang="en-US" altLang="zh-TW" sz="918" b="0">
                  <a:ea typeface="新細明體" charset="-120"/>
                </a:rPr>
                <a:t>This report is solely for the use of client personnel.  No part of it may be circulated, quoted, or reproduced for distribution outside the client organization without prior written approval from McKinsey &amp; Company. This material was used by McKinsey &amp; Company during an oral presentation; it is not a complete record of the discussion.</a:t>
              </a:r>
            </a:p>
          </p:txBody>
        </p:sp>
      </p:grpSp>
      <p:sp>
        <p:nvSpPr>
          <p:cNvPr id="10" name="Line 197"/>
          <p:cNvSpPr>
            <a:spLocks noChangeShapeType="1"/>
          </p:cNvSpPr>
          <p:nvPr userDrawn="1"/>
        </p:nvSpPr>
        <p:spPr bwMode="auto">
          <a:xfrm>
            <a:off x="1133890" y="3030543"/>
            <a:ext cx="10030052" cy="0"/>
          </a:xfrm>
          <a:prstGeom prst="line">
            <a:avLst/>
          </a:prstGeom>
          <a:noFill/>
          <a:ln w="15875">
            <a:solidFill>
              <a:srgbClr val="FF0000"/>
            </a:solidFill>
            <a:round/>
            <a:headEnd/>
            <a:tailEnd/>
          </a:ln>
          <a:extLst>
            <a:ext uri="{909E8E84-426E-40DD-AFC4-6F175D3DCCD1}">
              <a14:hiddenFill xmlns:a14="http://schemas.microsoft.com/office/drawing/2010/main">
                <a:noFill/>
              </a14:hiddenFill>
            </a:ext>
          </a:extLst>
        </p:spPr>
        <p:txBody>
          <a:bodyPr/>
          <a:lstStyle/>
          <a:p>
            <a:endParaRPr lang="zh-TW" altLang="en-US" sz="4081">
              <a:latin typeface="微軟正黑體" panose="020B0604030504040204" pitchFamily="34" charset="-120"/>
              <a:ea typeface="微軟正黑體" panose="020B0604030504040204" pitchFamily="34" charset="-120"/>
            </a:endParaRPr>
          </a:p>
        </p:txBody>
      </p:sp>
      <p:sp>
        <p:nvSpPr>
          <p:cNvPr id="15" name="標題 1"/>
          <p:cNvSpPr>
            <a:spLocks noGrp="1"/>
          </p:cNvSpPr>
          <p:nvPr>
            <p:ph type="title"/>
          </p:nvPr>
        </p:nvSpPr>
        <p:spPr>
          <a:xfrm>
            <a:off x="2122181" y="2304993"/>
            <a:ext cx="8159422" cy="717546"/>
          </a:xfrm>
          <a:prstGeom prst="rect">
            <a:avLst/>
          </a:prstGeom>
        </p:spPr>
        <p:txBody>
          <a:bodyPr anchor="ctr"/>
          <a:lstStyle>
            <a:lvl1pPr algn="ctr">
              <a:defRPr sz="3673">
                <a:solidFill>
                  <a:schemeClr val="tx1"/>
                </a:solidFill>
                <a:latin typeface="微軟正黑體" panose="020B0604030504040204" pitchFamily="34" charset="-120"/>
                <a:ea typeface="微軟正黑體" panose="020B0604030504040204" pitchFamily="34" charset="-120"/>
              </a:defRPr>
            </a:lvl1pPr>
          </a:lstStyle>
          <a:p>
            <a:r>
              <a:rPr lang="zh-TW" altLang="en-US" dirty="0"/>
              <a:t>按一下以編輯母片標題樣式</a:t>
            </a:r>
          </a:p>
        </p:txBody>
      </p:sp>
      <p:sp>
        <p:nvSpPr>
          <p:cNvPr id="19" name="文字版面配置區 3"/>
          <p:cNvSpPr>
            <a:spLocks noGrp="1"/>
          </p:cNvSpPr>
          <p:nvPr>
            <p:ph type="body" sz="half" idx="2"/>
          </p:nvPr>
        </p:nvSpPr>
        <p:spPr>
          <a:xfrm>
            <a:off x="3128389" y="4489744"/>
            <a:ext cx="6502357" cy="559288"/>
          </a:xfrm>
          <a:prstGeom prst="rect">
            <a:avLst/>
          </a:prstGeom>
        </p:spPr>
        <p:txBody>
          <a:bodyPr anchor="ctr"/>
          <a:lstStyle>
            <a:lvl1pPr marL="0" indent="0" algn="ctr">
              <a:buNone/>
              <a:defRPr sz="2857" b="1">
                <a:latin typeface="微軟正黑體" panose="020B0604030504040204" pitchFamily="34" charset="-120"/>
                <a:ea typeface="微軟正黑體" panose="020B0604030504040204" pitchFamily="34" charset="-120"/>
              </a:defRPr>
            </a:lvl1pPr>
            <a:lvl2pPr marL="466481" indent="0">
              <a:buNone/>
              <a:defRPr sz="1224"/>
            </a:lvl2pPr>
            <a:lvl3pPr marL="932962" indent="0">
              <a:buNone/>
              <a:defRPr sz="1020"/>
            </a:lvl3pPr>
            <a:lvl4pPr marL="1399443" indent="0">
              <a:buNone/>
              <a:defRPr sz="918"/>
            </a:lvl4pPr>
            <a:lvl5pPr marL="1865925" indent="0">
              <a:buNone/>
              <a:defRPr sz="918"/>
            </a:lvl5pPr>
            <a:lvl6pPr marL="2332406" indent="0">
              <a:buNone/>
              <a:defRPr sz="918"/>
            </a:lvl6pPr>
            <a:lvl7pPr marL="2798887" indent="0">
              <a:buNone/>
              <a:defRPr sz="918"/>
            </a:lvl7pPr>
            <a:lvl8pPr marL="3265368" indent="0">
              <a:buNone/>
              <a:defRPr sz="918"/>
            </a:lvl8pPr>
            <a:lvl9pPr marL="3731849" indent="0">
              <a:buNone/>
              <a:defRPr sz="918"/>
            </a:lvl9pPr>
          </a:lstStyle>
          <a:p>
            <a:pPr lvl="0"/>
            <a:r>
              <a:rPr lang="zh-TW" altLang="en-US"/>
              <a:t>按一下以編輯母片文字樣式</a:t>
            </a:r>
          </a:p>
        </p:txBody>
      </p:sp>
      <p:sp>
        <p:nvSpPr>
          <p:cNvPr id="20" name="文字版面配置區 3"/>
          <p:cNvSpPr>
            <a:spLocks noGrp="1"/>
          </p:cNvSpPr>
          <p:nvPr>
            <p:ph type="body" sz="half" idx="10"/>
          </p:nvPr>
        </p:nvSpPr>
        <p:spPr>
          <a:xfrm>
            <a:off x="3786999" y="5584121"/>
            <a:ext cx="5122507" cy="414941"/>
          </a:xfrm>
          <a:prstGeom prst="rect">
            <a:avLst/>
          </a:prstGeom>
        </p:spPr>
        <p:txBody>
          <a:bodyPr anchor="ctr"/>
          <a:lstStyle>
            <a:lvl1pPr marL="0" indent="0" algn="ctr">
              <a:buNone/>
              <a:defRPr sz="1632" b="1">
                <a:latin typeface="微軟正黑體" panose="020B0604030504040204" pitchFamily="34" charset="-120"/>
                <a:ea typeface="微軟正黑體" panose="020B0604030504040204" pitchFamily="34" charset="-120"/>
              </a:defRPr>
            </a:lvl1pPr>
            <a:lvl2pPr marL="466481" indent="0">
              <a:buNone/>
              <a:defRPr sz="1224"/>
            </a:lvl2pPr>
            <a:lvl3pPr marL="932962" indent="0">
              <a:buNone/>
              <a:defRPr sz="1020"/>
            </a:lvl3pPr>
            <a:lvl4pPr marL="1399443" indent="0">
              <a:buNone/>
              <a:defRPr sz="918"/>
            </a:lvl4pPr>
            <a:lvl5pPr marL="1865925" indent="0">
              <a:buNone/>
              <a:defRPr sz="918"/>
            </a:lvl5pPr>
            <a:lvl6pPr marL="2332406" indent="0">
              <a:buNone/>
              <a:defRPr sz="918"/>
            </a:lvl6pPr>
            <a:lvl7pPr marL="2798887" indent="0">
              <a:buNone/>
              <a:defRPr sz="918"/>
            </a:lvl7pPr>
            <a:lvl8pPr marL="3265368" indent="0">
              <a:buNone/>
              <a:defRPr sz="918"/>
            </a:lvl8pPr>
            <a:lvl9pPr marL="3731849" indent="0">
              <a:buNone/>
              <a:defRPr sz="918"/>
            </a:lvl9pPr>
          </a:lstStyle>
          <a:p>
            <a:pPr lvl="0"/>
            <a:r>
              <a:rPr lang="zh-TW" altLang="en-US"/>
              <a:t>按一下以編輯母片文字樣式</a:t>
            </a:r>
          </a:p>
        </p:txBody>
      </p:sp>
      <p:sp>
        <p:nvSpPr>
          <p:cNvPr id="13" name="矩形 9">
            <a:extLst>
              <a:ext uri="{FF2B5EF4-FFF2-40B4-BE49-F238E27FC236}">
                <a16:creationId xmlns:a16="http://schemas.microsoft.com/office/drawing/2014/main" id="{6FDD3136-7EFB-4718-9F66-8669A6D38D54}"/>
              </a:ext>
            </a:extLst>
          </p:cNvPr>
          <p:cNvSpPr>
            <a:spLocks noChangeArrowheads="1"/>
          </p:cNvSpPr>
          <p:nvPr userDrawn="1"/>
        </p:nvSpPr>
        <p:spPr bwMode="auto">
          <a:xfrm>
            <a:off x="17280" y="6547456"/>
            <a:ext cx="531308" cy="2281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algn="ctr" eaLnBrk="1" hangingPunct="1">
              <a:lnSpc>
                <a:spcPts val="1020"/>
              </a:lnSpc>
              <a:defRPr/>
            </a:pPr>
            <a:fld id="{B24A712F-B284-4871-8CF9-DC6E056DBACF}" type="slidenum">
              <a:rPr lang="en-US" altLang="zh-TW" sz="1224" b="0" smtClean="0">
                <a:ea typeface="微軟正黑體" pitchFamily="34" charset="-120"/>
              </a:rPr>
              <a:pPr algn="ctr" eaLnBrk="1" hangingPunct="1">
                <a:lnSpc>
                  <a:spcPts val="1020"/>
                </a:lnSpc>
                <a:defRPr/>
              </a:pPr>
              <a:t>‹#›</a:t>
            </a:fld>
            <a:endParaRPr lang="en-US" altLang="zh-TW" sz="1224" b="0" dirty="0">
              <a:ea typeface="微軟正黑體" pitchFamily="34" charset="-120"/>
            </a:endParaRPr>
          </a:p>
        </p:txBody>
      </p:sp>
    </p:spTree>
    <p:extLst>
      <p:ext uri="{BB962C8B-B14F-4D97-AF65-F5344CB8AC3E}">
        <p14:creationId xmlns:p14="http://schemas.microsoft.com/office/powerpoint/2010/main" val="1408881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標題及物件">
  <p:cSld name="標題及物件">
    <p:spTree>
      <p:nvGrpSpPr>
        <p:cNvPr id="1" name="Shape 14"/>
        <p:cNvGrpSpPr/>
        <p:nvPr/>
      </p:nvGrpSpPr>
      <p:grpSpPr>
        <a:xfrm>
          <a:off x="0" y="0"/>
          <a:ext cx="0" cy="0"/>
          <a:chOff x="0" y="0"/>
          <a:chExt cx="0" cy="0"/>
        </a:xfrm>
      </p:grpSpPr>
      <p:sp>
        <p:nvSpPr>
          <p:cNvPr id="15" name="Google Shape;15;p13"/>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265" b="0" i="0" u="none" strike="noStrike" cap="none">
                <a:solidFill>
                  <a:schemeClr val="dk1"/>
                </a:solidFill>
                <a:latin typeface="Microsoft JhengHei"/>
                <a:ea typeface="Microsoft JhengHei"/>
                <a:cs typeface="Microsoft JhengHei"/>
                <a:sym typeface="Microsoft JhengHe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6" name="Google Shape;16;p13"/>
          <p:cNvSpPr txBox="1">
            <a:spLocks noGrp="1"/>
          </p:cNvSpPr>
          <p:nvPr>
            <p:ph type="body" idx="1"/>
          </p:nvPr>
        </p:nvSpPr>
        <p:spPr>
          <a:xfrm>
            <a:off x="406040" y="907057"/>
            <a:ext cx="11336724" cy="54747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2449" b="0" i="0" u="none" strike="noStrike" cap="none">
                <a:solidFill>
                  <a:srgbClr val="000000"/>
                </a:solidFill>
                <a:latin typeface="Microsoft JhengHei"/>
                <a:ea typeface="Microsoft JhengHei"/>
                <a:cs typeface="Microsoft JhengHei"/>
                <a:sym typeface="Microsoft JhengHei"/>
              </a:defRPr>
            </a:lvl1pPr>
            <a:lvl2pPr marL="914400" marR="0" lvl="1" indent="-358204" algn="l" rtl="0">
              <a:lnSpc>
                <a:spcPct val="100000"/>
              </a:lnSpc>
              <a:spcBef>
                <a:spcPts val="612"/>
              </a:spcBef>
              <a:spcAft>
                <a:spcPts val="0"/>
              </a:spcAft>
              <a:buClr>
                <a:srgbClr val="000000"/>
              </a:buClr>
              <a:buSzPts val="2041"/>
              <a:buFont typeface="Noto Sans Symbols"/>
              <a:buChar char="■"/>
              <a:defRPr sz="2041" b="0" i="0" u="none" strike="noStrike" cap="none">
                <a:solidFill>
                  <a:srgbClr val="000000"/>
                </a:solidFill>
                <a:latin typeface="Microsoft JhengHei"/>
                <a:ea typeface="Microsoft JhengHei"/>
                <a:cs typeface="Microsoft JhengHei"/>
                <a:sym typeface="Microsoft JhengHei"/>
              </a:defRPr>
            </a:lvl2pPr>
            <a:lvl3pPr marL="1371600" marR="0" lvl="2" indent="-345249" algn="l" rtl="0">
              <a:lnSpc>
                <a:spcPct val="100000"/>
              </a:lnSpc>
              <a:spcBef>
                <a:spcPts val="612"/>
              </a:spcBef>
              <a:spcAft>
                <a:spcPts val="0"/>
              </a:spcAft>
              <a:buClr>
                <a:srgbClr val="000000"/>
              </a:buClr>
              <a:buSzPts val="1837"/>
              <a:buFont typeface="Noto Sans Symbols"/>
              <a:buChar char="●"/>
              <a:defRPr sz="1837" b="0" i="0" u="none" strike="noStrike" cap="none">
                <a:solidFill>
                  <a:srgbClr val="000000"/>
                </a:solidFill>
                <a:latin typeface="Microsoft JhengHei"/>
                <a:ea typeface="Microsoft JhengHei"/>
                <a:cs typeface="Microsoft JhengHei"/>
                <a:sym typeface="Microsoft JhengHei"/>
              </a:defRPr>
            </a:lvl3pPr>
            <a:lvl4pPr marL="1828800" marR="0" lvl="3" indent="-332232" algn="l" rtl="0">
              <a:lnSpc>
                <a:spcPct val="100000"/>
              </a:lnSpc>
              <a:spcBef>
                <a:spcPts val="612"/>
              </a:spcBef>
              <a:spcAft>
                <a:spcPts val="0"/>
              </a:spcAft>
              <a:buClr>
                <a:srgbClr val="000000"/>
              </a:buClr>
              <a:buSzPts val="1632"/>
              <a:buFont typeface="Noto Sans Symbols"/>
              <a:buChar char="◆"/>
              <a:defRPr sz="1632" b="0" i="0" u="none" strike="noStrike" cap="none">
                <a:solidFill>
                  <a:srgbClr val="000000"/>
                </a:solidFill>
                <a:latin typeface="Microsoft JhengHei"/>
                <a:ea typeface="Microsoft JhengHei"/>
                <a:cs typeface="Microsoft JhengHei"/>
                <a:sym typeface="Microsoft JhengHei"/>
              </a:defRPr>
            </a:lvl4pPr>
            <a:lvl5pPr marL="2286000" marR="0" lvl="4" indent="-319278" algn="l" rtl="0">
              <a:lnSpc>
                <a:spcPct val="100000"/>
              </a:lnSpc>
              <a:spcBef>
                <a:spcPts val="612"/>
              </a:spcBef>
              <a:spcAft>
                <a:spcPts val="0"/>
              </a:spcAft>
              <a:buClr>
                <a:srgbClr val="000000"/>
              </a:buClr>
              <a:buSzPts val="1428"/>
              <a:buFont typeface="Arial"/>
              <a:buChar char="•"/>
              <a:defRPr sz="1428" b="0" i="0" u="none" strike="noStrike" cap="none">
                <a:solidFill>
                  <a:srgbClr val="000000"/>
                </a:solidFill>
                <a:latin typeface="Microsoft JhengHei"/>
                <a:ea typeface="Microsoft JhengHei"/>
                <a:cs typeface="Microsoft JhengHei"/>
                <a:sym typeface="Microsoft JhengHei"/>
              </a:defRPr>
            </a:lvl5pPr>
            <a:lvl6pPr marL="2743200" marR="0" lvl="5" indent="-228600" algn="l" rtl="0">
              <a:lnSpc>
                <a:spcPct val="100000"/>
              </a:lnSpc>
              <a:spcBef>
                <a:spcPts val="612"/>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3634994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標題投影片">
  <p:cSld name="標題投影片">
    <p:spTree>
      <p:nvGrpSpPr>
        <p:cNvPr id="1" name="Shape 17"/>
        <p:cNvGrpSpPr/>
        <p:nvPr/>
      </p:nvGrpSpPr>
      <p:grpSpPr>
        <a:xfrm>
          <a:off x="0" y="0"/>
          <a:ext cx="0" cy="0"/>
          <a:chOff x="0" y="0"/>
          <a:chExt cx="0" cy="0"/>
        </a:xfrm>
      </p:grpSpPr>
      <p:pic>
        <p:nvPicPr>
          <p:cNvPr id="18" name="Google Shape;18;p12" descr="一張含有 符號, 圖形, 標誌, 字型 的圖片&#10;&#10;AI 產生的內容可能不正確。"/>
          <p:cNvPicPr preferRelativeResize="0"/>
          <p:nvPr/>
        </p:nvPicPr>
        <p:blipFill rotWithShape="1">
          <a:blip r:embed="rId2">
            <a:alphaModFix/>
          </a:blip>
          <a:srcRect/>
          <a:stretch/>
        </p:blipFill>
        <p:spPr>
          <a:xfrm>
            <a:off x="478932" y="307942"/>
            <a:ext cx="2350833" cy="562759"/>
          </a:xfrm>
          <a:prstGeom prst="rect">
            <a:avLst/>
          </a:prstGeom>
          <a:noFill/>
          <a:ln>
            <a:noFill/>
          </a:ln>
        </p:spPr>
      </p:pic>
      <p:cxnSp>
        <p:nvCxnSpPr>
          <p:cNvPr id="19" name="Google Shape;19;p12"/>
          <p:cNvCxnSpPr/>
          <p:nvPr/>
        </p:nvCxnSpPr>
        <p:spPr>
          <a:xfrm>
            <a:off x="1133890" y="3030543"/>
            <a:ext cx="10030052" cy="0"/>
          </a:xfrm>
          <a:prstGeom prst="straightConnector1">
            <a:avLst/>
          </a:prstGeom>
          <a:noFill/>
          <a:ln w="15875" cap="flat" cmpd="sng">
            <a:solidFill>
              <a:srgbClr val="FF0000"/>
            </a:solidFill>
            <a:prstDash val="solid"/>
            <a:round/>
            <a:headEnd type="none" w="sm" len="sm"/>
            <a:tailEnd type="none" w="sm" len="sm"/>
          </a:ln>
        </p:spPr>
      </p:cxnSp>
      <p:sp>
        <p:nvSpPr>
          <p:cNvPr id="20" name="Google Shape;20;p12"/>
          <p:cNvSpPr txBox="1">
            <a:spLocks noGrp="1"/>
          </p:cNvSpPr>
          <p:nvPr>
            <p:ph type="title"/>
          </p:nvPr>
        </p:nvSpPr>
        <p:spPr>
          <a:xfrm>
            <a:off x="2122181" y="2304993"/>
            <a:ext cx="8159422" cy="717546"/>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673" b="0" i="0" u="none" strike="noStrike" cap="none">
                <a:solidFill>
                  <a:schemeClr val="dk1"/>
                </a:solidFill>
                <a:latin typeface="Microsoft JhengHei"/>
                <a:ea typeface="Microsoft JhengHei"/>
                <a:cs typeface="Microsoft JhengHei"/>
                <a:sym typeface="Microsoft JhengHe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 name="Google Shape;21;p12"/>
          <p:cNvSpPr txBox="1">
            <a:spLocks noGrp="1"/>
          </p:cNvSpPr>
          <p:nvPr>
            <p:ph type="body" idx="1"/>
          </p:nvPr>
        </p:nvSpPr>
        <p:spPr>
          <a:xfrm>
            <a:off x="3128389" y="4489744"/>
            <a:ext cx="6502357" cy="55928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100000"/>
              </a:lnSpc>
              <a:spcBef>
                <a:spcPts val="0"/>
              </a:spcBef>
              <a:spcAft>
                <a:spcPts val="0"/>
              </a:spcAft>
              <a:buClr>
                <a:srgbClr val="000000"/>
              </a:buClr>
              <a:buSzPts val="2857"/>
              <a:buFont typeface="Arial"/>
              <a:buNone/>
              <a:defRPr sz="2857" b="1" i="0" u="none" strike="noStrike" cap="none">
                <a:solidFill>
                  <a:srgbClr val="000000"/>
                </a:solidFill>
                <a:latin typeface="Microsoft JhengHei"/>
                <a:ea typeface="Microsoft JhengHei"/>
                <a:cs typeface="Microsoft JhengHei"/>
                <a:sym typeface="Microsoft JhengHei"/>
              </a:defRPr>
            </a:lvl1pPr>
            <a:lvl2pPr marL="914400" marR="0" lvl="1" indent="-228600" algn="l" rtl="0">
              <a:lnSpc>
                <a:spcPct val="100000"/>
              </a:lnSpc>
              <a:spcBef>
                <a:spcPts val="0"/>
              </a:spcBef>
              <a:spcAft>
                <a:spcPts val="0"/>
              </a:spcAft>
              <a:buClr>
                <a:srgbClr val="000000"/>
              </a:buClr>
              <a:buSzPts val="1224"/>
              <a:buFont typeface="Arial"/>
              <a:buNone/>
              <a:defRPr sz="1224"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020"/>
              <a:buFont typeface="Arial"/>
              <a:buNone/>
              <a:defRPr sz="102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9pPr>
          </a:lstStyle>
          <a:p>
            <a:endParaRPr/>
          </a:p>
        </p:txBody>
      </p:sp>
      <p:sp>
        <p:nvSpPr>
          <p:cNvPr id="22" name="Google Shape;22;p12"/>
          <p:cNvSpPr txBox="1">
            <a:spLocks noGrp="1"/>
          </p:cNvSpPr>
          <p:nvPr>
            <p:ph type="body" idx="2"/>
          </p:nvPr>
        </p:nvSpPr>
        <p:spPr>
          <a:xfrm>
            <a:off x="3786999" y="5584121"/>
            <a:ext cx="5122507" cy="414941"/>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100000"/>
              </a:lnSpc>
              <a:spcBef>
                <a:spcPts val="0"/>
              </a:spcBef>
              <a:spcAft>
                <a:spcPts val="0"/>
              </a:spcAft>
              <a:buClr>
                <a:srgbClr val="000000"/>
              </a:buClr>
              <a:buSzPts val="1632"/>
              <a:buFont typeface="Arial"/>
              <a:buNone/>
              <a:defRPr sz="1632" b="1" i="0" u="none" strike="noStrike" cap="none">
                <a:solidFill>
                  <a:srgbClr val="000000"/>
                </a:solidFill>
                <a:latin typeface="Microsoft JhengHei"/>
                <a:ea typeface="Microsoft JhengHei"/>
                <a:cs typeface="Microsoft JhengHei"/>
                <a:sym typeface="Microsoft JhengHei"/>
              </a:defRPr>
            </a:lvl1pPr>
            <a:lvl2pPr marL="914400" marR="0" lvl="1" indent="-228600" algn="l" rtl="0">
              <a:lnSpc>
                <a:spcPct val="100000"/>
              </a:lnSpc>
              <a:spcBef>
                <a:spcPts val="0"/>
              </a:spcBef>
              <a:spcAft>
                <a:spcPts val="0"/>
              </a:spcAft>
              <a:buClr>
                <a:srgbClr val="000000"/>
              </a:buClr>
              <a:buSzPts val="1224"/>
              <a:buFont typeface="Arial"/>
              <a:buNone/>
              <a:defRPr sz="1224"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020"/>
              <a:buFont typeface="Arial"/>
              <a:buNone/>
              <a:defRPr sz="102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9pPr>
          </a:lstStyle>
          <a:p>
            <a:endParaRPr/>
          </a:p>
        </p:txBody>
      </p:sp>
      <p:sp>
        <p:nvSpPr>
          <p:cNvPr id="23" name="Google Shape;23;p12"/>
          <p:cNvSpPr/>
          <p:nvPr/>
        </p:nvSpPr>
        <p:spPr>
          <a:xfrm>
            <a:off x="17280" y="6547456"/>
            <a:ext cx="531308" cy="228128"/>
          </a:xfrm>
          <a:prstGeom prst="rect">
            <a:avLst/>
          </a:prstGeom>
          <a:noFill/>
          <a:ln>
            <a:noFill/>
          </a:ln>
        </p:spPr>
        <p:txBody>
          <a:bodyPr spcFirstLastPara="1" wrap="square" lIns="91425" tIns="45700" rIns="91425" bIns="45700" anchor="b" anchorCtr="0">
            <a:spAutoFit/>
          </a:bodyPr>
          <a:lstStyle/>
          <a:p>
            <a:pPr marL="0" marR="0" lvl="0" indent="0" algn="ctr" rtl="0">
              <a:lnSpc>
                <a:spcPct val="83333"/>
              </a:lnSpc>
              <a:spcBef>
                <a:spcPts val="0"/>
              </a:spcBef>
              <a:spcAft>
                <a:spcPts val="0"/>
              </a:spcAft>
              <a:buClr>
                <a:srgbClr val="000000"/>
              </a:buClr>
              <a:buSzPts val="1224"/>
              <a:buFont typeface="Arial"/>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46840599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164849" y="6269412"/>
            <a:ext cx="4663140" cy="746746"/>
          </a:xfrm>
          <a:prstGeom prst="rect">
            <a:avLst/>
          </a:prstGeom>
          <a:noFill/>
          <a:ln>
            <a:noFill/>
          </a:ln>
        </p:spPr>
      </p:pic>
      <p:cxnSp>
        <p:nvCxnSpPr>
          <p:cNvPr id="11" name="Google Shape;11;p1"/>
          <p:cNvCxnSpPr/>
          <p:nvPr/>
        </p:nvCxnSpPr>
        <p:spPr>
          <a:xfrm>
            <a:off x="311010" y="808253"/>
            <a:ext cx="11477110" cy="0"/>
          </a:xfrm>
          <a:prstGeom prst="straightConnector1">
            <a:avLst/>
          </a:prstGeom>
          <a:noFill/>
          <a:ln w="15875" cap="flat" cmpd="sng">
            <a:solidFill>
              <a:srgbClr val="FF0000"/>
            </a:solidFill>
            <a:prstDash val="solid"/>
            <a:round/>
            <a:headEnd type="none" w="med" len="med"/>
            <a:tailEnd type="none" w="med" len="med"/>
          </a:ln>
        </p:spPr>
      </p:cxnSp>
      <p:sp>
        <p:nvSpPr>
          <p:cNvPr id="12" name="Google Shape;12;p1"/>
          <p:cNvSpPr/>
          <p:nvPr/>
        </p:nvSpPr>
        <p:spPr>
          <a:xfrm>
            <a:off x="17280" y="6558432"/>
            <a:ext cx="531308" cy="228128"/>
          </a:xfrm>
          <a:prstGeom prst="rect">
            <a:avLst/>
          </a:prstGeom>
          <a:noFill/>
          <a:ln>
            <a:noFill/>
          </a:ln>
        </p:spPr>
        <p:txBody>
          <a:bodyPr spcFirstLastPara="1" wrap="square" lIns="91425" tIns="45700" rIns="91425" bIns="45700" anchor="b" anchorCtr="0">
            <a:noAutofit/>
          </a:bodyPr>
          <a:lstStyle/>
          <a:p>
            <a:pPr marL="0" marR="0" lvl="0" indent="0" algn="ctr" rtl="0">
              <a:lnSpc>
                <a:spcPct val="83333"/>
              </a:lnSpc>
              <a:spcBef>
                <a:spcPts val="0"/>
              </a:spcBef>
              <a:spcAft>
                <a:spcPts val="0"/>
              </a:spcAft>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pic>
        <p:nvPicPr>
          <p:cNvPr id="13" name="Google Shape;13;p1"/>
          <p:cNvPicPr preferRelativeResize="0"/>
          <p:nvPr/>
        </p:nvPicPr>
        <p:blipFill rotWithShape="1">
          <a:blip r:embed="rId4">
            <a:alphaModFix/>
          </a:blip>
          <a:srcRect/>
          <a:stretch/>
        </p:blipFill>
        <p:spPr>
          <a:xfrm>
            <a:off x="8890815" y="6477757"/>
            <a:ext cx="2886773" cy="297514"/>
          </a:xfrm>
          <a:prstGeom prst="rect">
            <a:avLst/>
          </a:prstGeom>
          <a:noFill/>
          <a:ln>
            <a:noFill/>
          </a:ln>
        </p:spPr>
      </p:pic>
    </p:spTree>
    <p:extLst>
      <p:ext uri="{BB962C8B-B14F-4D97-AF65-F5344CB8AC3E}">
        <p14:creationId xmlns:p14="http://schemas.microsoft.com/office/powerpoint/2010/main" val="1040504992"/>
      </p:ext>
    </p:extLst>
  </p:cSld>
  <p:clrMap bg1="lt1" tx1="dk1" bg2="dk2" tx2="lt2" accent1="accent1" accent2="accent2" accent3="accent3" accent4="accent4" accent5="accent5" accent6="accent6" hlink="hlink" folHlink="folHlink"/>
  <p:sldLayoutIdLst>
    <p:sldLayoutId id="2147483674"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1"/>
          <p:cNvPicPr preferRelativeResize="0"/>
          <p:nvPr/>
        </p:nvPicPr>
        <p:blipFill rotWithShape="1">
          <a:blip r:embed="rId4">
            <a:alphaModFix/>
          </a:blip>
          <a:srcRect/>
          <a:stretch/>
        </p:blipFill>
        <p:spPr>
          <a:xfrm>
            <a:off x="164849" y="6269412"/>
            <a:ext cx="4663140" cy="746746"/>
          </a:xfrm>
          <a:prstGeom prst="rect">
            <a:avLst/>
          </a:prstGeom>
          <a:noFill/>
          <a:ln>
            <a:noFill/>
          </a:ln>
        </p:spPr>
      </p:pic>
      <p:cxnSp>
        <p:nvCxnSpPr>
          <p:cNvPr id="11" name="Google Shape;11;p11"/>
          <p:cNvCxnSpPr/>
          <p:nvPr/>
        </p:nvCxnSpPr>
        <p:spPr>
          <a:xfrm>
            <a:off x="311010" y="808253"/>
            <a:ext cx="11477110" cy="0"/>
          </a:xfrm>
          <a:prstGeom prst="straightConnector1">
            <a:avLst/>
          </a:prstGeom>
          <a:noFill/>
          <a:ln w="15875" cap="flat" cmpd="sng">
            <a:solidFill>
              <a:srgbClr val="FF0000"/>
            </a:solidFill>
            <a:prstDash val="solid"/>
            <a:round/>
            <a:headEnd type="none" w="sm" len="sm"/>
            <a:tailEnd type="none" w="sm" len="sm"/>
          </a:ln>
        </p:spPr>
      </p:cxnSp>
      <p:sp>
        <p:nvSpPr>
          <p:cNvPr id="12" name="Google Shape;12;p11"/>
          <p:cNvSpPr/>
          <p:nvPr/>
        </p:nvSpPr>
        <p:spPr>
          <a:xfrm>
            <a:off x="17280" y="6558432"/>
            <a:ext cx="531308" cy="228128"/>
          </a:xfrm>
          <a:prstGeom prst="rect">
            <a:avLst/>
          </a:prstGeom>
          <a:noFill/>
          <a:ln>
            <a:noFill/>
          </a:ln>
        </p:spPr>
        <p:txBody>
          <a:bodyPr spcFirstLastPara="1" wrap="square" lIns="91425" tIns="45700" rIns="91425" bIns="45700" anchor="b" anchorCtr="0">
            <a:noAutofit/>
          </a:bodyPr>
          <a:lstStyle/>
          <a:p>
            <a:pPr marL="0" marR="0" lvl="0" indent="0" algn="ctr" rtl="0">
              <a:lnSpc>
                <a:spcPct val="83333"/>
              </a:lnSpc>
              <a:spcBef>
                <a:spcPts val="0"/>
              </a:spcBef>
              <a:spcAft>
                <a:spcPts val="0"/>
              </a:spcAft>
              <a:buClr>
                <a:srgbClr val="000000"/>
              </a:buClr>
              <a:buSzPts val="1224"/>
              <a:buFont typeface="Arial"/>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pic>
        <p:nvPicPr>
          <p:cNvPr id="13" name="Google Shape;13;p11"/>
          <p:cNvPicPr preferRelativeResize="0"/>
          <p:nvPr/>
        </p:nvPicPr>
        <p:blipFill rotWithShape="1">
          <a:blip r:embed="rId5">
            <a:alphaModFix/>
          </a:blip>
          <a:srcRect/>
          <a:stretch/>
        </p:blipFill>
        <p:spPr>
          <a:xfrm>
            <a:off x="8890815" y="6477757"/>
            <a:ext cx="2886773" cy="297514"/>
          </a:xfrm>
          <a:prstGeom prst="rect">
            <a:avLst/>
          </a:prstGeom>
          <a:noFill/>
          <a:ln>
            <a:noFill/>
          </a:ln>
        </p:spPr>
      </p:pic>
    </p:spTree>
    <p:extLst>
      <p:ext uri="{BB962C8B-B14F-4D97-AF65-F5344CB8AC3E}">
        <p14:creationId xmlns:p14="http://schemas.microsoft.com/office/powerpoint/2010/main" val="1320124890"/>
      </p:ext>
    </p:extLst>
  </p:cSld>
  <p:clrMap bg1="lt1" tx1="dk1" bg2="dk2" tx2="lt2" accent1="accent1" accent2="accent2" accent3="accent3" accent4="accent4" accent5="accent5" accent6="accent6" hlink="hlink" folHlink="folHlink"/>
  <p:sldLayoutIdLst>
    <p:sldLayoutId id="2147483676" r:id="rId1"/>
    <p:sldLayoutId id="2147483677"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F81EE-681C-A219-6BBD-BB56E5AD94F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0E1690E-F553-7D05-B880-0F46C2604996}"/>
              </a:ext>
            </a:extLst>
          </p:cNvPr>
          <p:cNvSpPr>
            <a:spLocks noGrp="1"/>
          </p:cNvSpPr>
          <p:nvPr>
            <p:ph type="title"/>
          </p:nvPr>
        </p:nvSpPr>
        <p:spPr>
          <a:xfrm>
            <a:off x="2040841" y="2345393"/>
            <a:ext cx="8110319" cy="677053"/>
          </a:xfrm>
        </p:spPr>
        <p:txBody>
          <a:bodyPr/>
          <a:lstStyle/>
          <a:p>
            <a:pPr>
              <a:defRPr/>
            </a:pPr>
            <a:r>
              <a:rPr lang="zh-TW" altLang="en-US" sz="4000" b="1" dirty="0">
                <a:latin typeface="Microsoft JhengHei"/>
                <a:ea typeface="Microsoft JhengHei"/>
              </a:rPr>
              <a:t>智能專案經理 </a:t>
            </a:r>
            <a:r>
              <a:rPr lang="en-US" altLang="zh-TW" sz="4000" b="1" dirty="0">
                <a:latin typeface="Microsoft JhengHei"/>
                <a:ea typeface="Microsoft JhengHei"/>
              </a:rPr>
              <a:t>AIPM</a:t>
            </a:r>
            <a:endParaRPr lang="zh-TW" altLang="en-US" b="1" dirty="0"/>
          </a:p>
        </p:txBody>
      </p:sp>
      <p:sp>
        <p:nvSpPr>
          <p:cNvPr id="3" name="文字版面配置區 3">
            <a:extLst>
              <a:ext uri="{FF2B5EF4-FFF2-40B4-BE49-F238E27FC236}">
                <a16:creationId xmlns:a16="http://schemas.microsoft.com/office/drawing/2014/main" id="{F3948507-9718-A0E5-90E5-386583EB69A6}"/>
              </a:ext>
            </a:extLst>
          </p:cNvPr>
          <p:cNvSpPr txBox="1">
            <a:spLocks/>
          </p:cNvSpPr>
          <p:nvPr/>
        </p:nvSpPr>
        <p:spPr>
          <a:xfrm>
            <a:off x="3186717" y="4345571"/>
            <a:ext cx="5818567" cy="613915"/>
          </a:xfrm>
          <a:prstGeom prst="rect">
            <a:avLst/>
          </a:prstGeom>
        </p:spPr>
        <p:txBody>
          <a:bodyPr lIns="91440" tIns="45720" rIns="91440" bIns="45720" anchor="ctr"/>
          <a:lstStyle>
            <a:lvl1pPr marL="0" indent="0" algn="ctr" defTabSz="913526" rtl="0" eaLnBrk="0" fontAlgn="base" hangingPunct="0">
              <a:spcBef>
                <a:spcPct val="0"/>
              </a:spcBef>
              <a:spcAft>
                <a:spcPct val="0"/>
              </a:spcAft>
              <a:buSzPct val="120000"/>
              <a:buNone/>
              <a:defRPr sz="1632" b="1">
                <a:solidFill>
                  <a:schemeClr val="tx1"/>
                </a:solidFill>
                <a:latin typeface="微軟正黑體" panose="020B0604030504040204" pitchFamily="34" charset="-120"/>
                <a:ea typeface="微軟正黑體" panose="020B0604030504040204" pitchFamily="34" charset="-120"/>
                <a:cs typeface="+mn-cs"/>
              </a:defRPr>
            </a:lvl1pPr>
            <a:lvl2pPr marL="466481" indent="0" algn="l" defTabSz="913526" rtl="0" eaLnBrk="0" fontAlgn="base" hangingPunct="0">
              <a:spcBef>
                <a:spcPct val="0"/>
              </a:spcBef>
              <a:spcAft>
                <a:spcPct val="0"/>
              </a:spcAft>
              <a:buSzPct val="120000"/>
              <a:buNone/>
              <a:defRPr sz="1224">
                <a:solidFill>
                  <a:schemeClr val="tx1"/>
                </a:solidFill>
                <a:latin typeface="+mn-lt"/>
                <a:ea typeface="+mn-ea"/>
              </a:defRPr>
            </a:lvl2pPr>
            <a:lvl3pPr marL="932962" indent="0" algn="l" defTabSz="913526" rtl="0" eaLnBrk="0" fontAlgn="base" hangingPunct="0">
              <a:spcBef>
                <a:spcPct val="0"/>
              </a:spcBef>
              <a:spcAft>
                <a:spcPct val="0"/>
              </a:spcAft>
              <a:buNone/>
              <a:defRPr sz="1020">
                <a:solidFill>
                  <a:schemeClr val="tx1"/>
                </a:solidFill>
                <a:latin typeface="+mn-lt"/>
                <a:ea typeface="+mn-ea"/>
              </a:defRPr>
            </a:lvl3pPr>
            <a:lvl4pPr marL="1399443" indent="0" algn="l" defTabSz="913526" rtl="0" eaLnBrk="0" fontAlgn="base" hangingPunct="0">
              <a:spcBef>
                <a:spcPct val="0"/>
              </a:spcBef>
              <a:spcAft>
                <a:spcPct val="0"/>
              </a:spcAft>
              <a:buSzPct val="89000"/>
              <a:buNone/>
              <a:defRPr sz="918">
                <a:solidFill>
                  <a:schemeClr val="tx1"/>
                </a:solidFill>
                <a:latin typeface="+mn-lt"/>
                <a:ea typeface="+mn-ea"/>
              </a:defRPr>
            </a:lvl4pPr>
            <a:lvl5pPr marL="1865925" indent="0" algn="l" defTabSz="913526" rtl="0" eaLnBrk="0" fontAlgn="base" hangingPunct="0">
              <a:spcBef>
                <a:spcPct val="0"/>
              </a:spcBef>
              <a:spcAft>
                <a:spcPct val="0"/>
              </a:spcAft>
              <a:buSzPct val="75000"/>
              <a:buNone/>
              <a:defRPr sz="918">
                <a:solidFill>
                  <a:schemeClr val="tx1"/>
                </a:solidFill>
                <a:latin typeface="+mn-lt"/>
                <a:ea typeface="+mn-ea"/>
              </a:defRPr>
            </a:lvl5pPr>
            <a:lvl6pPr marL="2332406" indent="0" algn="l" defTabSz="913526" rtl="0" fontAlgn="base">
              <a:spcBef>
                <a:spcPct val="0"/>
              </a:spcBef>
              <a:spcAft>
                <a:spcPct val="0"/>
              </a:spcAft>
              <a:buSzPct val="75000"/>
              <a:buNone/>
              <a:defRPr sz="918">
                <a:solidFill>
                  <a:schemeClr val="tx1"/>
                </a:solidFill>
                <a:latin typeface="+mn-lt"/>
                <a:ea typeface="+mn-ea"/>
              </a:defRPr>
            </a:lvl6pPr>
            <a:lvl7pPr marL="2798887" indent="0" algn="l" defTabSz="913526" rtl="0" fontAlgn="base">
              <a:spcBef>
                <a:spcPct val="0"/>
              </a:spcBef>
              <a:spcAft>
                <a:spcPct val="0"/>
              </a:spcAft>
              <a:buSzPct val="75000"/>
              <a:buNone/>
              <a:defRPr sz="918">
                <a:solidFill>
                  <a:schemeClr val="tx1"/>
                </a:solidFill>
                <a:latin typeface="+mn-lt"/>
                <a:ea typeface="+mn-ea"/>
              </a:defRPr>
            </a:lvl7pPr>
            <a:lvl8pPr marL="3265368" indent="0" algn="l" defTabSz="913526" rtl="0" fontAlgn="base">
              <a:spcBef>
                <a:spcPct val="0"/>
              </a:spcBef>
              <a:spcAft>
                <a:spcPct val="0"/>
              </a:spcAft>
              <a:buSzPct val="75000"/>
              <a:buNone/>
              <a:defRPr sz="918">
                <a:solidFill>
                  <a:schemeClr val="tx1"/>
                </a:solidFill>
                <a:latin typeface="+mn-lt"/>
                <a:ea typeface="+mn-ea"/>
              </a:defRPr>
            </a:lvl8pPr>
            <a:lvl9pPr marL="3731849" indent="0" algn="l" defTabSz="913526" rtl="0" fontAlgn="base">
              <a:spcBef>
                <a:spcPct val="0"/>
              </a:spcBef>
              <a:spcAft>
                <a:spcPct val="0"/>
              </a:spcAft>
              <a:buSzPct val="75000"/>
              <a:buNone/>
              <a:defRPr sz="918">
                <a:solidFill>
                  <a:schemeClr val="tx1"/>
                </a:solidFill>
                <a:latin typeface="+mn-lt"/>
                <a:ea typeface="+mn-ea"/>
              </a:defRPr>
            </a:lvl9pPr>
          </a:lstStyle>
          <a:p>
            <a:pPr marL="0" marR="0" lvl="0" indent="0" defTabSz="913526" rtl="0" eaLnBrk="0" fontAlgn="base" latinLnBrk="0" hangingPunct="0">
              <a:lnSpc>
                <a:spcPct val="100000"/>
              </a:lnSpc>
              <a:spcBef>
                <a:spcPct val="0"/>
              </a:spcBef>
              <a:spcAft>
                <a:spcPct val="0"/>
              </a:spcAft>
              <a:buClrTx/>
              <a:buSzPct val="120000"/>
              <a:buFontTx/>
              <a:buNone/>
              <a:tabLst/>
              <a:defRPr/>
            </a:pPr>
            <a:r>
              <a:rPr kumimoji="0" lang="zh-TW" altLang="en-US" sz="2000" b="1" i="0" u="none" strike="noStrike" kern="0" cap="none" spc="0" normalizeH="0" baseline="0" noProof="0" dirty="0">
                <a:ln>
                  <a:noFill/>
                </a:ln>
                <a:solidFill>
                  <a:prstClr val="black"/>
                </a:solidFill>
                <a:effectLst/>
                <a:uLnTx/>
                <a:uFillTx/>
                <a:latin typeface="Microsoft JhengHei"/>
                <a:ea typeface="Microsoft JhengHei"/>
                <a:cs typeface="+mn-cs"/>
              </a:rPr>
              <a:t>學員：請填入中文全名</a:t>
            </a:r>
          </a:p>
          <a:p>
            <a:pPr marL="0" marR="0" lvl="0" indent="0" defTabSz="913526" rtl="0" eaLnBrk="0" fontAlgn="base" latinLnBrk="0" hangingPunct="0">
              <a:lnSpc>
                <a:spcPct val="100000"/>
              </a:lnSpc>
              <a:spcBef>
                <a:spcPct val="0"/>
              </a:spcBef>
              <a:spcAft>
                <a:spcPct val="0"/>
              </a:spcAft>
              <a:buClrTx/>
              <a:buSzPct val="120000"/>
              <a:buFontTx/>
              <a:buNone/>
              <a:tabLst/>
              <a:defRPr/>
            </a:pPr>
            <a:r>
              <a:rPr kumimoji="0" lang="zh-TW" altLang="en-US" sz="2000" b="1" i="0" u="none" strike="noStrike" kern="0" cap="none" spc="0" normalizeH="0" baseline="0" noProof="0" dirty="0">
                <a:ln>
                  <a:noFill/>
                </a:ln>
                <a:solidFill>
                  <a:prstClr val="black"/>
                </a:solidFill>
                <a:effectLst/>
                <a:uLnTx/>
                <a:uFillTx/>
                <a:latin typeface="Microsoft JhengHei"/>
                <a:ea typeface="Microsoft JhengHei"/>
                <a:cs typeface="+mn-cs"/>
              </a:rPr>
              <a:t>部門：請填入所屬部門全名</a:t>
            </a:r>
          </a:p>
        </p:txBody>
      </p:sp>
    </p:spTree>
    <p:extLst>
      <p:ext uri="{BB962C8B-B14F-4D97-AF65-F5344CB8AC3E}">
        <p14:creationId xmlns:p14="http://schemas.microsoft.com/office/powerpoint/2010/main" val="157751839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提案動機與目的</a:t>
            </a:r>
            <a:endParaRPr/>
          </a:p>
        </p:txBody>
      </p:sp>
      <p:sp>
        <p:nvSpPr>
          <p:cNvPr id="37" name="Google Shape;37;p5"/>
          <p:cNvSpPr txBox="1"/>
          <p:nvPr/>
        </p:nvSpPr>
        <p:spPr>
          <a:xfrm>
            <a:off x="365895" y="955131"/>
            <a:ext cx="7693200" cy="3693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說明痛點及設計理念</a:t>
            </a:r>
            <a:endParaRPr kumimoji="0" sz="14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38" name="Google Shape;38;p5"/>
          <p:cNvSpPr txBox="1"/>
          <p:nvPr/>
        </p:nvSpPr>
        <p:spPr>
          <a:xfrm>
            <a:off x="359999" y="1493413"/>
            <a:ext cx="11342693" cy="4771919"/>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請透過一句話，說明這個專題解決的工作問題</a:t>
            </a: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endParaRPr kumimoji="0"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a:p>
            <a:pPr marL="457200" marR="0" lvl="0" indent="-3175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例如：文件類型多，人工比對耗時</a:t>
            </a: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endParaRPr kumimoji="0"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a:p>
            <a:pPr marL="457200" marR="0" lvl="0" indent="-3175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例如：不同同仁檢查標準不一致</a:t>
            </a: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endParaRPr kumimoji="0"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a:p>
            <a:pPr marL="457200" marR="0" lvl="0" indent="-3175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例如：遇到缺件時，後續通知整理需額外花費時間</a:t>
            </a: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endParaRPr kumimoji="0"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
        <p:cNvGrpSpPr/>
        <p:nvPr/>
      </p:nvGrpSpPr>
      <p:grpSpPr>
        <a:xfrm>
          <a:off x="0" y="0"/>
          <a:ext cx="0" cy="0"/>
          <a:chOff x="0" y="0"/>
          <a:chExt cx="0" cy="0"/>
        </a:xfrm>
      </p:grpSpPr>
      <p:sp>
        <p:nvSpPr>
          <p:cNvPr id="44" name="Google Shape;44;p1"/>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痛點對應解法與 Agent 目標使用者樣貌</a:t>
            </a:r>
            <a:endParaRPr/>
          </a:p>
        </p:txBody>
      </p:sp>
      <p:sp>
        <p:nvSpPr>
          <p:cNvPr id="45" name="Google Shape;45;p1"/>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對應痛點的核心解法，並且詳述 </a:t>
            </a:r>
            <a:r>
              <a:rPr kumimoji="0" lang="en-US" altLang="zh-TW"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Agent </a:t>
            </a: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應用的目標對象／客群</a:t>
            </a:r>
            <a:endParaRPr kumimoji="0" sz="14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46" name="Google Shape;46;p1"/>
          <p:cNvSpPr txBox="1"/>
          <p:nvPr/>
        </p:nvSpPr>
        <p:spPr>
          <a:xfrm>
            <a:off x="365895" y="1324463"/>
            <a:ext cx="11342693" cy="635226"/>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lang="zh-TW" altLang="en-US" sz="1400" b="1" kern="0" dirty="0">
                <a:latin typeface="Microsoft JhengHei"/>
                <a:ea typeface="Microsoft JhengHei"/>
                <a:cs typeface="Microsoft JhengHei"/>
                <a:sym typeface="Microsoft JhengHei"/>
              </a:rPr>
              <a:t>提升專案經理控管各行動方案與專案成員之執行成效與執行效率。</a:t>
            </a:r>
            <a:endParaRPr kumimoji="0" sz="1400" b="1" i="0" u="none" strike="noStrike" kern="0" cap="none" spc="0" normalizeH="0" baseline="0" noProof="0" dirty="0">
              <a:ln>
                <a:noFill/>
              </a:ln>
              <a:effectLst/>
              <a:uLnTx/>
              <a:uFillTx/>
              <a:latin typeface="Microsoft JhengHei"/>
              <a:ea typeface="Microsoft JhengHei"/>
              <a:cs typeface="Microsoft JhengHei"/>
              <a:sym typeface="Microsoft JhengHei"/>
            </a:endParaRPr>
          </a:p>
        </p:txBody>
      </p:sp>
      <p:sp>
        <p:nvSpPr>
          <p:cNvPr id="47" name="Google Shape;47;p1"/>
          <p:cNvSpPr/>
          <p:nvPr/>
        </p:nvSpPr>
        <p:spPr>
          <a:xfrm>
            <a:off x="4631877" y="2297591"/>
            <a:ext cx="2928245" cy="3810000"/>
          </a:xfrm>
          <a:prstGeom prst="rect">
            <a:avLst/>
          </a:prstGeom>
          <a:noFill/>
          <a:ln w="25400" cap="flat" cmpd="sng">
            <a:solidFill>
              <a:srgbClr val="FFC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48" name="Google Shape;48;p1"/>
          <p:cNvSpPr txBox="1"/>
          <p:nvPr/>
        </p:nvSpPr>
        <p:spPr>
          <a:xfrm>
            <a:off x="4631877" y="2297591"/>
            <a:ext cx="2928245" cy="375937"/>
          </a:xfrm>
          <a:prstGeom prst="rect">
            <a:avLst/>
          </a:prstGeom>
          <a:solidFill>
            <a:srgbClr val="FFC00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處理</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49" name="Google Shape;49;p1"/>
          <p:cNvSpPr txBox="1"/>
          <p:nvPr/>
        </p:nvSpPr>
        <p:spPr>
          <a:xfrm>
            <a:off x="4631877" y="2835906"/>
            <a:ext cx="2928245" cy="69910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例如：由 </a:t>
            </a: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Copilot </a:t>
            </a:r>
            <a:r>
              <a:rPr kumimoji="0" lang="zh-TW" altLang="en-US"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協助比對並整理缺件項目</a:t>
            </a: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50" name="Google Shape;50;p1"/>
          <p:cNvSpPr/>
          <p:nvPr/>
        </p:nvSpPr>
        <p:spPr>
          <a:xfrm>
            <a:off x="8059045" y="2297591"/>
            <a:ext cx="2928245" cy="3810000"/>
          </a:xfrm>
          <a:prstGeom prst="rect">
            <a:avLst/>
          </a:prstGeom>
          <a:noFill/>
          <a:ln w="25400" cap="flat" cmpd="sng">
            <a:solidFill>
              <a:srgbClr val="00B05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51" name="Google Shape;51;p1"/>
          <p:cNvSpPr txBox="1"/>
          <p:nvPr/>
        </p:nvSpPr>
        <p:spPr>
          <a:xfrm>
            <a:off x="8059045" y="2297591"/>
            <a:ext cx="2928245" cy="375937"/>
          </a:xfrm>
          <a:prstGeom prst="rect">
            <a:avLst/>
          </a:prstGeom>
          <a:solidFill>
            <a:srgbClr val="00B05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輸出</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52" name="Google Shape;52;p1"/>
          <p:cNvSpPr txBox="1"/>
          <p:nvPr/>
        </p:nvSpPr>
        <p:spPr>
          <a:xfrm>
            <a:off x="8059045" y="2835906"/>
            <a:ext cx="2928245" cy="69910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例如：目前已完成缺件摘要產出流程</a:t>
            </a: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53" name="Google Shape;53;p1"/>
          <p:cNvSpPr/>
          <p:nvPr/>
        </p:nvSpPr>
        <p:spPr>
          <a:xfrm>
            <a:off x="1204709" y="2297591"/>
            <a:ext cx="2928245" cy="3810000"/>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54" name="Google Shape;54;p1"/>
          <p:cNvSpPr txBox="1"/>
          <p:nvPr/>
        </p:nvSpPr>
        <p:spPr>
          <a:xfrm>
            <a:off x="1204709" y="2297591"/>
            <a:ext cx="2928245" cy="375937"/>
          </a:xfrm>
          <a:prstGeom prst="rect">
            <a:avLst/>
          </a:prstGeom>
          <a:solidFill>
            <a:srgbClr val="FF000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輸入</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55" name="Google Shape;55;p1"/>
          <p:cNvSpPr txBox="1"/>
          <p:nvPr/>
        </p:nvSpPr>
        <p:spPr>
          <a:xfrm>
            <a:off x="1204709" y="2835906"/>
            <a:ext cx="2928245" cy="69910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例如：開戶文件清單與應備文件規則</a:t>
            </a: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7"/>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流程簡述</a:t>
            </a:r>
            <a:endParaRPr/>
          </a:p>
        </p:txBody>
      </p:sp>
      <p:sp>
        <p:nvSpPr>
          <p:cNvPr id="70" name="Google Shape;70;p7"/>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en-US" altLang="zh-TW"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AI Agent </a:t>
            </a:r>
            <a:r>
              <a:rPr kumimoji="0" lang="zh-TW" altLang="en-US"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的整體架構，用文字詳述</a:t>
            </a: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8"/>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流程示意圖</a:t>
            </a:r>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g3e9888fc26a_0_5"/>
          <p:cNvSpPr txBox="1">
            <a:spLocks noGrp="1"/>
          </p:cNvSpPr>
          <p:nvPr>
            <p:ph type="title"/>
          </p:nvPr>
        </p:nvSpPr>
        <p:spPr>
          <a:xfrm>
            <a:off x="365895" y="150922"/>
            <a:ext cx="11342700" cy="63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預期效益</a:t>
            </a:r>
            <a:endParaRPr/>
          </a:p>
        </p:txBody>
      </p:sp>
      <p:sp>
        <p:nvSpPr>
          <p:cNvPr id="85" name="Google Shape;85;g3e9888fc26a_0_5"/>
          <p:cNvSpPr txBox="1"/>
          <p:nvPr/>
        </p:nvSpPr>
        <p:spPr>
          <a:xfrm>
            <a:off x="365895" y="955131"/>
            <a:ext cx="7693200" cy="3078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86" name="Google Shape;86;g3e9888fc26a_0_5"/>
          <p:cNvSpPr txBox="1"/>
          <p:nvPr/>
        </p:nvSpPr>
        <p:spPr>
          <a:xfrm>
            <a:off x="1055850" y="3423025"/>
            <a:ext cx="10080300" cy="2476200"/>
          </a:xfrm>
          <a:prstGeom prst="rect">
            <a:avLst/>
          </a:prstGeom>
          <a:noFill/>
          <a:ln>
            <a:noFill/>
          </a:ln>
        </p:spPr>
        <p:txBody>
          <a:bodyPr spcFirstLastPara="1" wrap="square" lIns="360000" tIns="180000" rIns="360000" bIns="45700"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質化效益</a:t>
            </a: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a:t>
            </a: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向度說明範例</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342900" marR="0" lvl="0" indent="-3429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品質控管：</a:t>
            </a:r>
            <a:r>
              <a:rPr kumimoji="0" lang="zh-TW" altLang="en-US" sz="1400" b="0" i="0" u="none" strike="noStrike" kern="0" cap="none" spc="0" normalizeH="0" baseline="0" noProof="0" dirty="0">
                <a:ln>
                  <a:noFill/>
                </a:ln>
                <a:solidFill>
                  <a:srgbClr val="1E1E1D"/>
                </a:solidFill>
                <a:effectLst/>
                <a:uLnTx/>
                <a:uFillTx/>
                <a:latin typeface="Microsoft JhengHei"/>
                <a:ea typeface="Microsoft JhengHei"/>
                <a:cs typeface="Microsoft JhengHei"/>
                <a:sym typeface="Microsoft JhengHei"/>
              </a:rPr>
              <a:t>偵測異常、提前警示、減少人工疏忽</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342900" marR="0" lvl="0" indent="-3429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作業成長量：</a:t>
            </a:r>
            <a:r>
              <a:rPr kumimoji="0" lang="zh-TW" altLang="en-US" sz="1400" b="0" i="0" u="none" strike="noStrike" kern="0" cap="none" spc="0" normalizeH="0" baseline="0" noProof="0" dirty="0">
                <a:ln>
                  <a:noFill/>
                </a:ln>
                <a:solidFill>
                  <a:srgbClr val="1E1E1D"/>
                </a:solidFill>
                <a:effectLst/>
                <a:uLnTx/>
                <a:uFillTx/>
                <a:latin typeface="Microsoft JhengHei"/>
                <a:ea typeface="Microsoft JhengHei"/>
                <a:cs typeface="Microsoft JhengHei"/>
                <a:sym typeface="Microsoft JhengHei"/>
              </a:rPr>
              <a:t>預期作業量將上升</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342900" marR="0" lvl="0" indent="-3429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客戶滿意度：</a:t>
            </a:r>
            <a:r>
              <a:rPr kumimoji="0" lang="zh-TW" altLang="en-US" sz="1400" b="0" i="0" u="none" strike="noStrike" kern="0" cap="none" spc="0" normalizeH="0" baseline="0" noProof="0" dirty="0">
                <a:ln>
                  <a:noFill/>
                </a:ln>
                <a:solidFill>
                  <a:srgbClr val="1E1E1D"/>
                </a:solidFill>
                <a:effectLst/>
                <a:uLnTx/>
                <a:uFillTx/>
                <a:latin typeface="Microsoft JhengHei"/>
                <a:ea typeface="Microsoft JhengHei"/>
                <a:cs typeface="Microsoft JhengHei"/>
                <a:sym typeface="Microsoft JhengHei"/>
              </a:rPr>
              <a:t>有助於提升回覆效率、服務品質、準確性，進而改善滿意度</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342900" marR="0" lvl="0" indent="-3429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可規模化</a:t>
            </a: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複製彈性：其餘共有 </a:t>
            </a: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5 </a:t>
            </a: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位同工作屬性之同仁可直接沿用此 </a:t>
            </a: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Agent</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342900" marR="0" lvl="0" indent="-3429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法遵</a:t>
            </a: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稽核：該流程與金融業法規相關，可節省人力處理對照稽核之項目</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342900" marR="0" lvl="0" indent="-342900" algn="l" defTabSz="914400" rtl="0" eaLnBrk="1" fontAlgn="auto" latinLnBrk="0" hangingPunct="1">
              <a:lnSpc>
                <a:spcPct val="150000"/>
              </a:lnSpc>
              <a:spcBef>
                <a:spcPts val="0"/>
              </a:spcBef>
              <a:spcAft>
                <a:spcPts val="0"/>
              </a:spcAft>
              <a:buClr>
                <a:srgbClr val="000000"/>
              </a:buClr>
              <a:buSzPts val="1400"/>
              <a:buFont typeface="Noto Sans TC"/>
              <a:buAutoNum type="arabicPeriod"/>
              <a:tabLst/>
              <a:defRPr/>
            </a:pP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可能風險損失預防：可避免公司因重大疏失而賠償巨額</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p:txBody>
      </p:sp>
      <p:graphicFrame>
        <p:nvGraphicFramePr>
          <p:cNvPr id="87" name="Google Shape;87;g3e9888fc26a_0_5"/>
          <p:cNvGraphicFramePr/>
          <p:nvPr/>
        </p:nvGraphicFramePr>
        <p:xfrm>
          <a:off x="1178806" y="1852648"/>
          <a:ext cx="9107250" cy="1112550"/>
        </p:xfrm>
        <a:graphic>
          <a:graphicData uri="http://schemas.openxmlformats.org/drawingml/2006/table">
            <a:tbl>
              <a:tblPr firstRow="1" bandRow="1">
                <a:noFill/>
              </a:tblPr>
              <a:tblGrid>
                <a:gridCol w="1821450">
                  <a:extLst>
                    <a:ext uri="{9D8B030D-6E8A-4147-A177-3AD203B41FA5}">
                      <a16:colId xmlns:a16="http://schemas.microsoft.com/office/drawing/2014/main" val="20000"/>
                    </a:ext>
                  </a:extLst>
                </a:gridCol>
                <a:gridCol w="2093600">
                  <a:extLst>
                    <a:ext uri="{9D8B030D-6E8A-4147-A177-3AD203B41FA5}">
                      <a16:colId xmlns:a16="http://schemas.microsoft.com/office/drawing/2014/main" val="20001"/>
                    </a:ext>
                  </a:extLst>
                </a:gridCol>
                <a:gridCol w="1549300">
                  <a:extLst>
                    <a:ext uri="{9D8B030D-6E8A-4147-A177-3AD203B41FA5}">
                      <a16:colId xmlns:a16="http://schemas.microsoft.com/office/drawing/2014/main" val="20002"/>
                    </a:ext>
                  </a:extLst>
                </a:gridCol>
                <a:gridCol w="1821450">
                  <a:extLst>
                    <a:ext uri="{9D8B030D-6E8A-4147-A177-3AD203B41FA5}">
                      <a16:colId xmlns:a16="http://schemas.microsoft.com/office/drawing/2014/main" val="20003"/>
                    </a:ext>
                  </a:extLst>
                </a:gridCol>
                <a:gridCol w="1821450">
                  <a:extLst>
                    <a:ext uri="{9D8B030D-6E8A-4147-A177-3AD203B41FA5}">
                      <a16:colId xmlns:a16="http://schemas.microsoft.com/office/drawing/2014/main" val="20004"/>
                    </a:ext>
                  </a:extLst>
                </a:gridCol>
              </a:tblGrid>
              <a:tr h="370850">
                <a:tc>
                  <a:txBody>
                    <a:bodyPr/>
                    <a:lstStyle/>
                    <a:p>
                      <a:pPr marL="0" marR="0" lvl="0" indent="0" algn="l" rtl="0">
                        <a:lnSpc>
                          <a:spcPct val="100000"/>
                        </a:lnSpc>
                        <a:spcBef>
                          <a:spcPts val="0"/>
                        </a:spcBef>
                        <a:spcAft>
                          <a:spcPts val="0"/>
                        </a:spcAft>
                        <a:buClr>
                          <a:srgbClr val="000000"/>
                        </a:buClr>
                        <a:buSzPts val="1400"/>
                        <a:buFont typeface="Arial"/>
                        <a:buNone/>
                      </a:pPr>
                      <a:r>
                        <a:rPr lang="zh-TW" sz="1400" u="none" strike="noStrike" cap="none">
                          <a:latin typeface="Microsoft JhengHei"/>
                          <a:ea typeface="Microsoft JhengHei"/>
                          <a:cs typeface="Microsoft JhengHei"/>
                          <a:sym typeface="Microsoft JhengHei"/>
                        </a:rPr>
                        <a:t>[量化效益]</a:t>
                      </a: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r>
                        <a:rPr lang="zh-TW" sz="1400" u="none" strike="noStrike" cap="none">
                          <a:latin typeface="Microsoft JhengHei"/>
                          <a:ea typeface="Microsoft JhengHei"/>
                          <a:cs typeface="Microsoft JhengHei"/>
                          <a:sym typeface="Microsoft JhengHei"/>
                        </a:rPr>
                        <a:t>頻率（一年處理幾次）</a:t>
                      </a: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r>
                        <a:rPr lang="zh-TW" sz="1400" u="none" strike="noStrike" cap="none">
                          <a:latin typeface="Microsoft JhengHei"/>
                          <a:ea typeface="Microsoft JhengHei"/>
                          <a:cs typeface="Microsoft JhengHei"/>
                          <a:sym typeface="Microsoft JhengHei"/>
                        </a:rPr>
                        <a:t>資料筆數</a:t>
                      </a: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r>
                        <a:rPr lang="zh-TW" sz="1400" u="none" strike="noStrike" cap="none">
                          <a:latin typeface="Microsoft JhengHei"/>
                          <a:ea typeface="Microsoft JhengHei"/>
                          <a:cs typeface="Microsoft JhengHei"/>
                          <a:sym typeface="Microsoft JhengHei"/>
                        </a:rPr>
                        <a:t>時間 (分鐘/單筆)</a:t>
                      </a: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r>
                        <a:rPr lang="zh-TW">
                          <a:latin typeface="Microsoft JhengHei"/>
                          <a:ea typeface="Microsoft JhengHei"/>
                          <a:cs typeface="Microsoft JhengHei"/>
                          <a:sym typeface="Microsoft JhengHei"/>
                        </a:rPr>
                        <a:t>其他補充</a:t>
                      </a:r>
                      <a:endParaRPr>
                        <a:latin typeface="Microsoft JhengHei"/>
                        <a:ea typeface="Microsoft JhengHei"/>
                        <a:cs typeface="Microsoft JhengHei"/>
                        <a:sym typeface="Microsoft JhengHei"/>
                      </a:endParaRPr>
                    </a:p>
                  </a:txBody>
                  <a:tcPr marL="91450" marR="91450" marT="45725" marB="45725" anchor="ct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zh-TW" sz="1400" u="none" strike="noStrike" cap="none" dirty="0">
                          <a:latin typeface="Microsoft JhengHei"/>
                          <a:ea typeface="Microsoft JhengHei"/>
                          <a:cs typeface="Microsoft JhengHei"/>
                          <a:sym typeface="Microsoft JhengHei"/>
                        </a:rPr>
                        <a:t>原本</a:t>
                      </a:r>
                      <a:endParaRPr sz="1400" u="none" strike="noStrike" cap="none" dirty="0">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latin typeface="Microsoft JhengHei"/>
                        <a:ea typeface="Microsoft JhengHei"/>
                        <a:cs typeface="Microsoft JhengHei"/>
                        <a:sym typeface="Microsoft JhengHei"/>
                      </a:endParaRPr>
                    </a:p>
                  </a:txBody>
                  <a:tcPr marL="91450" marR="91450" marT="45725" marB="45725" anchor="ctr"/>
                </a:tc>
                <a:extLst>
                  <a:ext uri="{0D108BD9-81ED-4DB2-BD59-A6C34878D82A}">
                    <a16:rowId xmlns:a16="http://schemas.microsoft.com/office/drawing/2014/main" val="10001"/>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zh-TW" sz="1400" u="none" strike="noStrike" cap="none">
                          <a:latin typeface="Microsoft JhengHei"/>
                          <a:ea typeface="Microsoft JhengHei"/>
                          <a:cs typeface="Microsoft JhengHei"/>
                          <a:sym typeface="Microsoft JhengHei"/>
                        </a:rPr>
                        <a:t>透過 Agent</a:t>
                      </a: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latin typeface="Microsoft JhengHei"/>
                        <a:ea typeface="Microsoft JhengHei"/>
                        <a:cs typeface="Microsoft JhengHei"/>
                        <a:sym typeface="Microsoft JhengHei"/>
                      </a:endParaRPr>
                    </a:p>
                  </a:txBody>
                  <a:tcPr marL="91450" marR="91450" marT="45725" marB="45725" anchor="ct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latin typeface="Microsoft JhengHei"/>
                        <a:ea typeface="Microsoft JhengHei"/>
                        <a:cs typeface="Microsoft JhengHei"/>
                        <a:sym typeface="Microsoft JhengHei"/>
                      </a:endParaRPr>
                    </a:p>
                  </a:txBody>
                  <a:tcPr marL="91450" marR="91450" marT="45725" marB="45725" anchor="ct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9"/>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Copilot Studio 功能設定截圖與相關資料</a:t>
            </a:r>
            <a:endParaRPr/>
          </a:p>
        </p:txBody>
      </p:sp>
      <p:sp>
        <p:nvSpPr>
          <p:cNvPr id="94" name="Google Shape;94;p9"/>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佐證 </a:t>
            </a:r>
            <a:r>
              <a:rPr kumimoji="0" lang="en-US" altLang="zh-TW"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AI Agent </a:t>
            </a:r>
            <a:r>
              <a:rPr kumimoji="0" lang="zh-TW" altLang="en-US"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設計及運行資料</a:t>
            </a: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95" name="Google Shape;95;p9"/>
          <p:cNvPicPr preferRelativeResize="0"/>
          <p:nvPr/>
        </p:nvPicPr>
        <p:blipFill rotWithShape="1">
          <a:blip r:embed="rId3">
            <a:alphaModFix/>
          </a:blip>
          <a:srcRect/>
          <a:stretch/>
        </p:blipFill>
        <p:spPr>
          <a:xfrm>
            <a:off x="365896" y="1959689"/>
            <a:ext cx="8293074" cy="4410015"/>
          </a:xfrm>
          <a:prstGeom prst="rect">
            <a:avLst/>
          </a:prstGeom>
          <a:noFill/>
          <a:ln>
            <a:noFill/>
          </a:ln>
        </p:spPr>
      </p:pic>
      <p:sp>
        <p:nvSpPr>
          <p:cNvPr id="96" name="Google Shape;96;p9"/>
          <p:cNvSpPr txBox="1"/>
          <p:nvPr/>
        </p:nvSpPr>
        <p:spPr>
          <a:xfrm>
            <a:off x="365895" y="1324463"/>
            <a:ext cx="11342693" cy="635226"/>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請提供「各種關鍵功能」的設計截圖，必要時，請提供程式碼（例如：將「主題」 的程式碼匯出並另存一份 </a:t>
            </a:r>
            <a:r>
              <a:rPr kumimoji="0" lang="en-US" altLang="zh-TW"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.txt </a:t>
            </a:r>
            <a:r>
              <a:rPr kumimoji="0" lang="zh-TW" altLang="en-US"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檔案）。</a:t>
            </a:r>
            <a:endParaRPr kumimoji="0" sz="14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NAME" val="McK Disclaimer"/>
  <p:tag name="RESIZE" val="Yes"/>
  <p:tag name="LLEFT" val=" 210.125"/>
  <p:tag name="LTOP" val=" 469.875"/>
</p:tagLst>
</file>

<file path=ppt/theme/theme1.xml><?xml version="1.0" encoding="utf-8"?>
<a:theme xmlns:a="http://schemas.openxmlformats.org/drawingml/2006/main" name="Universal Templat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niversal Templat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237</TotalTime>
  <Words>368</Words>
  <Application>Microsoft Office PowerPoint</Application>
  <PresentationFormat>寬螢幕</PresentationFormat>
  <Paragraphs>45</Paragraphs>
  <Slides>7</Slides>
  <Notes>6</Notes>
  <HiddenSlides>0</HiddenSlides>
  <MMClips>0</MMClips>
  <ScaleCrop>false</ScaleCrop>
  <HeadingPairs>
    <vt:vector size="6" baseType="variant">
      <vt:variant>
        <vt:lpstr>使用字型</vt:lpstr>
      </vt:variant>
      <vt:variant>
        <vt:i4>8</vt:i4>
      </vt:variant>
      <vt:variant>
        <vt:lpstr>佈景主題</vt:lpstr>
      </vt:variant>
      <vt:variant>
        <vt:i4>2</vt:i4>
      </vt:variant>
      <vt:variant>
        <vt:lpstr>投影片標題</vt:lpstr>
      </vt:variant>
      <vt:variant>
        <vt:i4>7</vt:i4>
      </vt:variant>
    </vt:vector>
  </HeadingPairs>
  <TitlesOfParts>
    <vt:vector size="17" baseType="lpstr">
      <vt:lpstr>Noto Sans Symbols</vt:lpstr>
      <vt:lpstr>Noto Sans TC</vt:lpstr>
      <vt:lpstr>微軟正黑體</vt:lpstr>
      <vt:lpstr>微軟正黑體</vt:lpstr>
      <vt:lpstr>新細明體</vt:lpstr>
      <vt:lpstr>Aptos</vt:lpstr>
      <vt:lpstr>Arial</vt:lpstr>
      <vt:lpstr>Calibri</vt:lpstr>
      <vt:lpstr>Universal Template</vt:lpstr>
      <vt:lpstr>1_Universal Template</vt:lpstr>
      <vt:lpstr>智能專案經理 AIPM</vt:lpstr>
      <vt:lpstr>提案動機與目的</vt:lpstr>
      <vt:lpstr>痛點對應解法與 Agent 目標使用者樣貌</vt:lpstr>
      <vt:lpstr>流程簡述</vt:lpstr>
      <vt:lpstr>流程示意圖</vt:lpstr>
      <vt:lpstr>預期效益</vt:lpstr>
      <vt:lpstr>Copilot Studio 功能設定截圖與相關資料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黃甯言-人力資源部-永豐金證券</dc:creator>
  <cp:lastModifiedBy>郭文浩-人力資源部-永豐金證券</cp:lastModifiedBy>
  <cp:revision>51</cp:revision>
  <dcterms:created xsi:type="dcterms:W3CDTF">2026-05-21T08:24:57Z</dcterms:created>
  <dcterms:modified xsi:type="dcterms:W3CDTF">2026-07-09T09:31:43Z</dcterms:modified>
</cp:coreProperties>
</file>